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handoutMasterIdLst>
    <p:handoutMasterId r:id="rId13"/>
  </p:handoutMasterIdLst>
  <p:sldIdLst>
    <p:sldId id="272" r:id="rId2"/>
    <p:sldId id="274" r:id="rId3"/>
    <p:sldId id="273" r:id="rId4"/>
    <p:sldId id="275" r:id="rId5"/>
    <p:sldId id="276" r:id="rId6"/>
    <p:sldId id="277" r:id="rId7"/>
    <p:sldId id="278" r:id="rId8"/>
    <p:sldId id="279" r:id="rId9"/>
    <p:sldId id="280" r:id="rId10"/>
    <p:sldId id="281" r:id="rId11"/>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660"/>
  </p:normalViewPr>
  <p:slideViewPr>
    <p:cSldViewPr snapToGrid="0">
      <p:cViewPr varScale="1">
        <p:scale>
          <a:sx n="112" d="100"/>
          <a:sy n="112" d="100"/>
        </p:scale>
        <p:origin x="2106" y="10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0" d="100"/>
          <a:sy n="90" d="100"/>
        </p:scale>
        <p:origin x="285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6CD02F-CDCF-4979-B982-AA83B8D8A169}" type="datetime1">
              <a:rPr lang="en-GB" smtClean="0"/>
              <a:t>27/12/2025</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799703-1286-42A2-8339-FCFA0AAF1330}" type="slidenum">
              <a:rPr lang="en-GB" smtClean="0"/>
              <a:t>‹#›</a:t>
            </a:fld>
            <a:endParaRPr lang="en-GB" dirty="0"/>
          </a:p>
        </p:txBody>
      </p:sp>
    </p:spTree>
    <p:extLst>
      <p:ext uri="{BB962C8B-B14F-4D97-AF65-F5344CB8AC3E}">
        <p14:creationId xmlns:p14="http://schemas.microsoft.com/office/powerpoint/2010/main" val="49842395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33C57F86-7EAE-4D53-A6DA-066AD55ACDD6}" type="datetime1">
              <a:rPr lang="en-GB" noProof="0" smtClean="0"/>
              <a:t>27/12/2025</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dirty="0"/>
              <a:t>Click to edit Master text styles</a:t>
            </a:r>
          </a:p>
          <a:p>
            <a:pPr lvl="1" rtl="0"/>
            <a:r>
              <a:rPr lang="en-GB" noProof="0" dirty="0"/>
              <a:t>Second level</a:t>
            </a:r>
          </a:p>
          <a:p>
            <a:pPr lvl="2" rtl="0"/>
            <a:r>
              <a:rPr lang="en-GB" noProof="0" dirty="0"/>
              <a:t>Third level</a:t>
            </a:r>
          </a:p>
          <a:p>
            <a:pPr lvl="3" rtl="0"/>
            <a:r>
              <a:rPr lang="en-GB" noProof="0" dirty="0"/>
              <a:t>Fourth level</a:t>
            </a:r>
          </a:p>
          <a:p>
            <a:pPr lvl="4" rtl="0"/>
            <a:r>
              <a:rPr lang="en-GB"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93B0CF2-7F87-4E02-A248-870047730F99}" type="slidenum">
              <a:rPr lang="en-GB" noProof="0" smtClean="0"/>
              <a:t>‹#›</a:t>
            </a:fld>
            <a:endParaRPr lang="en-GB" noProof="0" dirty="0"/>
          </a:p>
        </p:txBody>
      </p:sp>
    </p:spTree>
    <p:extLst>
      <p:ext uri="{BB962C8B-B14F-4D97-AF65-F5344CB8AC3E}">
        <p14:creationId xmlns:p14="http://schemas.microsoft.com/office/powerpoint/2010/main" val="36149813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10"/>
          </p:nvPr>
        </p:nvSpPr>
        <p:spPr/>
        <p:txBody>
          <a:bodyPr rtlCol="0"/>
          <a:lstStyle/>
          <a:p>
            <a:pPr rtl="0"/>
            <a:fld id="{893B0CF2-7F87-4E02-A248-870047730F99}" type="slidenum">
              <a:rPr lang="en-GB" smtClean="0"/>
              <a:t>1</a:t>
            </a:fld>
            <a:endParaRPr lang="en-GB" dirty="0"/>
          </a:p>
        </p:txBody>
      </p:sp>
    </p:spTree>
    <p:extLst>
      <p:ext uri="{BB962C8B-B14F-4D97-AF65-F5344CB8AC3E}">
        <p14:creationId xmlns:p14="http://schemas.microsoft.com/office/powerpoint/2010/main" val="149513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2</a:t>
            </a:fld>
            <a:endParaRPr lang="en-GB" dirty="0"/>
          </a:p>
        </p:txBody>
      </p:sp>
    </p:spTree>
    <p:extLst>
      <p:ext uri="{BB962C8B-B14F-4D97-AF65-F5344CB8AC3E}">
        <p14:creationId xmlns:p14="http://schemas.microsoft.com/office/powerpoint/2010/main" val="3464280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3</a:t>
            </a:fld>
            <a:endParaRPr lang="en-GB" dirty="0"/>
          </a:p>
        </p:txBody>
      </p:sp>
    </p:spTree>
    <p:extLst>
      <p:ext uri="{BB962C8B-B14F-4D97-AF65-F5344CB8AC3E}">
        <p14:creationId xmlns:p14="http://schemas.microsoft.com/office/powerpoint/2010/main" val="84760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4</a:t>
            </a:fld>
            <a:endParaRPr lang="en-GB" dirty="0"/>
          </a:p>
        </p:txBody>
      </p:sp>
    </p:spTree>
    <p:extLst>
      <p:ext uri="{BB962C8B-B14F-4D97-AF65-F5344CB8AC3E}">
        <p14:creationId xmlns:p14="http://schemas.microsoft.com/office/powerpoint/2010/main" val="951321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5</a:t>
            </a:fld>
            <a:endParaRPr lang="en-GB" dirty="0"/>
          </a:p>
        </p:txBody>
      </p:sp>
    </p:spTree>
    <p:extLst>
      <p:ext uri="{BB962C8B-B14F-4D97-AF65-F5344CB8AC3E}">
        <p14:creationId xmlns:p14="http://schemas.microsoft.com/office/powerpoint/2010/main" val="3663527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6</a:t>
            </a:fld>
            <a:endParaRPr lang="en-GB" dirty="0"/>
          </a:p>
        </p:txBody>
      </p:sp>
    </p:spTree>
    <p:extLst>
      <p:ext uri="{BB962C8B-B14F-4D97-AF65-F5344CB8AC3E}">
        <p14:creationId xmlns:p14="http://schemas.microsoft.com/office/powerpoint/2010/main" val="3246602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7</a:t>
            </a:fld>
            <a:endParaRPr lang="en-GB" dirty="0"/>
          </a:p>
        </p:txBody>
      </p:sp>
    </p:spTree>
    <p:extLst>
      <p:ext uri="{BB962C8B-B14F-4D97-AF65-F5344CB8AC3E}">
        <p14:creationId xmlns:p14="http://schemas.microsoft.com/office/powerpoint/2010/main" val="2994661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893B0CF2-7F87-4E02-A248-870047730F99}" type="slidenum">
              <a:rPr lang="en-GB" smtClean="0"/>
              <a:t>8</a:t>
            </a:fld>
            <a:endParaRPr lang="en-GB" dirty="0"/>
          </a:p>
        </p:txBody>
      </p:sp>
    </p:spTree>
    <p:extLst>
      <p:ext uri="{BB962C8B-B14F-4D97-AF65-F5344CB8AC3E}">
        <p14:creationId xmlns:p14="http://schemas.microsoft.com/office/powerpoint/2010/main" val="1140720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10" name="Group 9"/>
          <p:cNvGrpSpPr/>
          <p:nvPr/>
        </p:nvGrpSpPr>
        <p:grpSpPr>
          <a:xfrm>
            <a:off x="0" y="6208894"/>
            <a:ext cx="12192000" cy="649106"/>
            <a:chOff x="0" y="6208894"/>
            <a:chExt cx="12192000" cy="649106"/>
          </a:xfrm>
        </p:grpSpPr>
        <p:sp>
          <p:nvSpPr>
            <p:cNvPr id="2" name="Rectangle 1"/>
            <p:cNvSpPr/>
            <p:nvPr/>
          </p:nvSpPr>
          <p:spPr>
            <a:xfrm>
              <a:off x="3048" y="6220178"/>
              <a:ext cx="12188952" cy="637822"/>
            </a:xfrm>
            <a:prstGeom prst="rect">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rtl="0"/>
              <a:endParaRPr lang="en-GB" noProof="0" dirty="0"/>
            </a:p>
          </p:txBody>
        </p:sp>
        <p:cxnSp>
          <p:nvCxnSpPr>
            <p:cNvPr id="7" name="Straight Connector 6"/>
            <p:cNvCxnSpPr/>
            <p:nvPr/>
          </p:nvCxnSpPr>
          <p:spPr>
            <a:xfrm>
              <a:off x="0" y="620889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cxnSp>
        <p:nvCxnSpPr>
          <p:cNvPr id="5" name="Straight Connector 4"/>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3048" y="5937956"/>
            <a:ext cx="8241" cy="5644"/>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8"/>
          <p:cNvSpPr>
            <a:spLocks noGrp="1"/>
          </p:cNvSpPr>
          <p:nvPr>
            <p:ph type="ctrTitle"/>
          </p:nvPr>
        </p:nvSpPr>
        <p:spPr>
          <a:xfrm>
            <a:off x="711200" y="1371600"/>
            <a:ext cx="10468864" cy="1828800"/>
          </a:xfrm>
          <a:ln>
            <a:noFill/>
          </a:ln>
        </p:spPr>
        <p:txBody>
          <a:bodyPr vert="horz" tIns="0" rIns="18288" bIns="0" rtlCol="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tx2"/>
                </a:solidFill>
                <a:effectLst/>
                <a:latin typeface="+mj-lt"/>
                <a:ea typeface="+mj-ea"/>
                <a:cs typeface="+mj-cs"/>
              </a:defRPr>
            </a:lvl1pPr>
          </a:lstStyle>
          <a:p>
            <a:pPr rtl="0"/>
            <a:r>
              <a:rPr lang="en-US" noProof="0"/>
              <a:t>Click to edit Master title style</a:t>
            </a:r>
            <a:endParaRPr kumimoji="0" lang="en-GB" noProof="0" dirty="0"/>
          </a:p>
        </p:txBody>
      </p:sp>
      <p:sp>
        <p:nvSpPr>
          <p:cNvPr id="17" name="Subtitle 16"/>
          <p:cNvSpPr>
            <a:spLocks noGrp="1"/>
          </p:cNvSpPr>
          <p:nvPr>
            <p:ph type="subTitle" idx="1"/>
          </p:nvPr>
        </p:nvSpPr>
        <p:spPr>
          <a:xfrm>
            <a:off x="711200" y="3228536"/>
            <a:ext cx="10472928" cy="1752600"/>
          </a:xfrm>
        </p:spPr>
        <p:txBody>
          <a:bodyPr lIns="0" rIns="18288" rtlCol="0"/>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en-US" noProof="0"/>
              <a:t>Click to edit Master subtitle style</a:t>
            </a:r>
            <a:endParaRPr kumimoji="0" lang="en-GB" noProof="0" dirty="0"/>
          </a:p>
        </p:txBody>
      </p:sp>
      <p:sp>
        <p:nvSpPr>
          <p:cNvPr id="30" name="Date Placeholder 29"/>
          <p:cNvSpPr>
            <a:spLocks noGrp="1"/>
          </p:cNvSpPr>
          <p:nvPr>
            <p:ph type="dt" sz="half" idx="10"/>
          </p:nvPr>
        </p:nvSpPr>
        <p:spPr/>
        <p:txBody>
          <a:bodyPr rtlCol="0"/>
          <a:lstStyle/>
          <a:p>
            <a:pPr rtl="0"/>
            <a:fld id="{23BEFF46-B43A-4F92-A3FA-F4C4482D4BB8}" type="datetime1">
              <a:rPr lang="en-GB" noProof="0" smtClean="0"/>
              <a:t>27/12/2025</a:t>
            </a:fld>
            <a:endParaRPr lang="en-GB" noProof="0" dirty="0"/>
          </a:p>
        </p:txBody>
      </p:sp>
      <p:sp>
        <p:nvSpPr>
          <p:cNvPr id="19" name="Footer Placeholder 18"/>
          <p:cNvSpPr>
            <a:spLocks noGrp="1"/>
          </p:cNvSpPr>
          <p:nvPr>
            <p:ph type="ftr" sz="quarter" idx="11"/>
          </p:nvPr>
        </p:nvSpPr>
        <p:spPr/>
        <p:txBody>
          <a:bodyPr rtlCol="0"/>
          <a:lstStyle/>
          <a:p>
            <a:pPr rtl="0"/>
            <a:r>
              <a:rPr lang="en-GB" noProof="0" dirty="0"/>
              <a:t>Add a footer</a:t>
            </a:r>
          </a:p>
        </p:txBody>
      </p:sp>
      <p:sp>
        <p:nvSpPr>
          <p:cNvPr id="27" name="Slide Number Placeholder 26"/>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29808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kumimoji="0" lang="en-GB" noProof="0" dirty="0"/>
          </a:p>
        </p:txBody>
      </p:sp>
      <p:sp>
        <p:nvSpPr>
          <p:cNvPr id="3" name="Content Placeholder 2"/>
          <p:cNvSpPr>
            <a:spLocks noGrp="1"/>
          </p:cNvSpPr>
          <p:nvPr>
            <p:ph idx="1"/>
          </p:nvPr>
        </p:nvSpPr>
        <p:spPr/>
        <p:txBody>
          <a:bodyPr rtlCol="0"/>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4" name="Date Placeholder 3"/>
          <p:cNvSpPr>
            <a:spLocks noGrp="1"/>
          </p:cNvSpPr>
          <p:nvPr>
            <p:ph type="dt" sz="half" idx="10"/>
          </p:nvPr>
        </p:nvSpPr>
        <p:spPr/>
        <p:txBody>
          <a:bodyPr rtlCol="0"/>
          <a:lstStyle/>
          <a:p>
            <a:pPr rtl="0"/>
            <a:fld id="{086FA7F8-0928-4E42-B917-1508A190586B}" type="datetime1">
              <a:rPr lang="en-GB" noProof="0" smtClean="0"/>
              <a:t>27/12/2025</a:t>
            </a:fld>
            <a:endParaRPr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148168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rtlCol="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tx2"/>
                </a:solidFill>
                <a:effectLst/>
                <a:latin typeface="+mj-lt"/>
                <a:ea typeface="+mj-ea"/>
                <a:cs typeface="+mj-cs"/>
              </a:defRPr>
            </a:lvl1pPr>
          </a:lstStyle>
          <a:p>
            <a:pPr rtl="0"/>
            <a:r>
              <a:rPr lang="en-US" noProof="0"/>
              <a:t>Click to edit Master title style</a:t>
            </a:r>
            <a:endParaRPr kumimoji="0" lang="en-GB" noProof="0" dirty="0"/>
          </a:p>
        </p:txBody>
      </p:sp>
      <p:sp>
        <p:nvSpPr>
          <p:cNvPr id="3" name="Text Placeholder 2"/>
          <p:cNvSpPr>
            <a:spLocks noGrp="1"/>
          </p:cNvSpPr>
          <p:nvPr>
            <p:ph type="body" idx="1"/>
          </p:nvPr>
        </p:nvSpPr>
        <p:spPr>
          <a:xfrm>
            <a:off x="707136" y="2704664"/>
            <a:ext cx="10363200" cy="1509712"/>
          </a:xfrm>
        </p:spPr>
        <p:txBody>
          <a:bodyPr lIns="45720" rIns="45720" rtlCol="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en-US" noProof="0"/>
              <a:t>Click to edit Master text styles</a:t>
            </a:r>
          </a:p>
        </p:txBody>
      </p:sp>
      <p:sp>
        <p:nvSpPr>
          <p:cNvPr id="4" name="Date Placeholder 3"/>
          <p:cNvSpPr>
            <a:spLocks noGrp="1"/>
          </p:cNvSpPr>
          <p:nvPr>
            <p:ph type="dt" sz="half" idx="10"/>
          </p:nvPr>
        </p:nvSpPr>
        <p:spPr/>
        <p:txBody>
          <a:bodyPr rtlCol="0"/>
          <a:lstStyle/>
          <a:p>
            <a:pPr rtl="0"/>
            <a:fld id="{65853A37-40F4-4AF1-BDAB-899C68E65D9D}" type="datetime1">
              <a:rPr lang="en-GB" noProof="0" smtClean="0"/>
              <a:t>27/12/2025</a:t>
            </a:fld>
            <a:endParaRPr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5319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rtlCol="0"/>
          <a:lstStyle/>
          <a:p>
            <a:pPr rtl="0"/>
            <a:r>
              <a:rPr lang="en-US" noProof="0"/>
              <a:t>Click to edit Master title style</a:t>
            </a:r>
            <a:endParaRPr kumimoji="0" lang="en-GB" noProof="0" dirty="0"/>
          </a:p>
        </p:txBody>
      </p:sp>
      <p:sp>
        <p:nvSpPr>
          <p:cNvPr id="3" name="Content Placeholder 2"/>
          <p:cNvSpPr>
            <a:spLocks noGrp="1"/>
          </p:cNvSpPr>
          <p:nvPr>
            <p:ph sz="half" idx="1"/>
          </p:nvPr>
        </p:nvSpPr>
        <p:spPr>
          <a:xfrm>
            <a:off x="609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4" name="Content Placeholder 3"/>
          <p:cNvSpPr>
            <a:spLocks noGrp="1"/>
          </p:cNvSpPr>
          <p:nvPr>
            <p:ph sz="half" idx="2"/>
          </p:nvPr>
        </p:nvSpPr>
        <p:spPr>
          <a:xfrm>
            <a:off x="6197600" y="1920085"/>
            <a:ext cx="5384800" cy="4434840"/>
          </a:xfrm>
        </p:spPr>
        <p:txBody>
          <a:bodyPr rtlCol="0"/>
          <a:lstStyle>
            <a:lvl1pPr>
              <a:defRPr sz="2600"/>
            </a:lvl1pPr>
            <a:lvl2pPr>
              <a:defRPr sz="2400"/>
            </a:lvl2pPr>
            <a:lvl3pPr>
              <a:defRPr sz="2000"/>
            </a:lvl3pPr>
            <a:lvl4pPr>
              <a:defRPr sz="1800"/>
            </a:lvl4pPr>
            <a:lvl5pPr>
              <a:defRPr sz="1800"/>
            </a:lvl5pPr>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5" name="Date Placeholder 4"/>
          <p:cNvSpPr>
            <a:spLocks noGrp="1"/>
          </p:cNvSpPr>
          <p:nvPr>
            <p:ph type="dt" sz="half" idx="10"/>
          </p:nvPr>
        </p:nvSpPr>
        <p:spPr/>
        <p:txBody>
          <a:bodyPr rtlCol="0"/>
          <a:lstStyle/>
          <a:p>
            <a:pPr rtl="0"/>
            <a:fld id="{3B2DE38C-248C-4852-BE8B-BFD72E5E4B85}" type="datetime1">
              <a:rPr lang="en-GB" noProof="0" smtClean="0"/>
              <a:t>27/12/2025</a:t>
            </a:fld>
            <a:endParaRPr lang="en-GB" noProof="0" dirty="0"/>
          </a:p>
        </p:txBody>
      </p:sp>
      <p:sp>
        <p:nvSpPr>
          <p:cNvPr id="6" name="Footer Placeholder 5"/>
          <p:cNvSpPr>
            <a:spLocks noGrp="1"/>
          </p:cNvSpPr>
          <p:nvPr>
            <p:ph type="ftr" sz="quarter" idx="11"/>
          </p:nvPr>
        </p:nvSpPr>
        <p:spPr/>
        <p:txBody>
          <a:bodyPr rtlCol="0"/>
          <a:lstStyle/>
          <a:p>
            <a:pPr rtl="0"/>
            <a:r>
              <a:rPr lang="en-GB" noProof="0" dirty="0"/>
              <a:t>Add a footer</a:t>
            </a:r>
          </a:p>
        </p:txBody>
      </p:sp>
      <p:sp>
        <p:nvSpPr>
          <p:cNvPr id="7" name="Slide Number Placeholder 6"/>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10901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rtlCol="0" anchor="b"/>
          <a:lstStyle>
            <a:lvl1pPr>
              <a:defRPr/>
            </a:lvl1pPr>
          </a:lstStyle>
          <a:p>
            <a:pPr rtl="0"/>
            <a:r>
              <a:rPr lang="en-US" noProof="0"/>
              <a:t>Click to edit Master title style</a:t>
            </a:r>
            <a:endParaRPr kumimoji="0" lang="en-GB" noProof="0" dirty="0"/>
          </a:p>
        </p:txBody>
      </p:sp>
      <p:sp>
        <p:nvSpPr>
          <p:cNvPr id="3" name="Text Placeholder 2"/>
          <p:cNvSpPr>
            <a:spLocks noGrp="1"/>
          </p:cNvSpPr>
          <p:nvPr>
            <p:ph type="body" idx="1"/>
          </p:nvPr>
        </p:nvSpPr>
        <p:spPr>
          <a:xfrm>
            <a:off x="609600" y="1855248"/>
            <a:ext cx="5386917" cy="659352"/>
          </a:xfrm>
        </p:spPr>
        <p:txBody>
          <a:bodyPr lIns="45720" tIns="0" rIns="45720" bIns="0" rtlCol="0" anchor="ctr">
            <a:noAutofit/>
          </a:bodyP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en-US" noProof="0"/>
              <a:t>Click to edit Master text styles</a:t>
            </a:r>
          </a:p>
        </p:txBody>
      </p:sp>
      <p:sp>
        <p:nvSpPr>
          <p:cNvPr id="5" name="Content Placeholder 4"/>
          <p:cNvSpPr>
            <a:spLocks noGrp="1"/>
          </p:cNvSpPr>
          <p:nvPr>
            <p:ph sz="quarter" idx="2"/>
          </p:nvPr>
        </p:nvSpPr>
        <p:spPr>
          <a:xfrm>
            <a:off x="609600" y="2514600"/>
            <a:ext cx="5386917"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4" name="Text Placeholder 3"/>
          <p:cNvSpPr>
            <a:spLocks noGrp="1"/>
          </p:cNvSpPr>
          <p:nvPr>
            <p:ph type="body" sz="half" idx="3"/>
          </p:nvPr>
        </p:nvSpPr>
        <p:spPr>
          <a:xfrm>
            <a:off x="6193368" y="1859758"/>
            <a:ext cx="5389033" cy="654843"/>
          </a:xfrm>
        </p:spPr>
        <p:txBody>
          <a:bodyPr lIns="45720" tIns="0" rIns="45720" bIns="0" rtlCol="0" anchor="ctr"/>
          <a:lstStyle>
            <a:lvl1pPr marL="0" indent="0">
              <a:buNone/>
              <a:defRPr sz="2400" b="1" cap="none" baseline="0">
                <a:solidFill>
                  <a:schemeClr val="tx1"/>
                </a:solidFill>
                <a:effectLst/>
              </a:defRPr>
            </a:lvl1pPr>
            <a:lvl2pPr>
              <a:buNone/>
              <a:defRPr sz="2000" b="1"/>
            </a:lvl2pPr>
            <a:lvl3pPr>
              <a:buNone/>
              <a:defRPr sz="1800" b="1"/>
            </a:lvl3pPr>
            <a:lvl4pPr>
              <a:buNone/>
              <a:defRPr sz="1600" b="1"/>
            </a:lvl4pPr>
            <a:lvl5pPr>
              <a:buNone/>
              <a:defRPr sz="1600" b="1"/>
            </a:lvl5pPr>
          </a:lstStyle>
          <a:p>
            <a:pPr lvl="0" rtl="0" eaLnBrk="1" latinLnBrk="0" hangingPunct="1"/>
            <a:r>
              <a:rPr lang="en-US" noProof="0"/>
              <a:t>Click to edit Master text styles</a:t>
            </a:r>
          </a:p>
        </p:txBody>
      </p:sp>
      <p:sp>
        <p:nvSpPr>
          <p:cNvPr id="6" name="Content Placeholder 5"/>
          <p:cNvSpPr>
            <a:spLocks noGrp="1"/>
          </p:cNvSpPr>
          <p:nvPr>
            <p:ph sz="quarter" idx="4"/>
          </p:nvPr>
        </p:nvSpPr>
        <p:spPr>
          <a:xfrm>
            <a:off x="6193368" y="2514600"/>
            <a:ext cx="5389033" cy="3845720"/>
          </a:xfrm>
        </p:spPr>
        <p:txBody>
          <a:bodyPr tIns="0" rtlCol="0"/>
          <a:lstStyle>
            <a:lvl1pPr>
              <a:defRPr sz="2200"/>
            </a:lvl1pPr>
            <a:lvl2pPr>
              <a:defRPr sz="2000"/>
            </a:lvl2pPr>
            <a:lvl3pPr>
              <a:defRPr sz="1800"/>
            </a:lvl3pPr>
            <a:lvl4pPr>
              <a:defRPr sz="1600"/>
            </a:lvl4pPr>
            <a:lvl5pPr>
              <a:defRPr sz="1600"/>
            </a:lvl5pPr>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7" name="Date Placeholder 6"/>
          <p:cNvSpPr>
            <a:spLocks noGrp="1"/>
          </p:cNvSpPr>
          <p:nvPr>
            <p:ph type="dt" sz="half" idx="10"/>
          </p:nvPr>
        </p:nvSpPr>
        <p:spPr/>
        <p:txBody>
          <a:bodyPr rtlCol="0"/>
          <a:lstStyle/>
          <a:p>
            <a:pPr rtl="0"/>
            <a:fld id="{B843E1BD-3188-4A6A-B0C0-2CA1EEFB42D8}" type="datetime1">
              <a:rPr lang="en-GB" noProof="0" smtClean="0"/>
              <a:t>27/12/2025</a:t>
            </a:fld>
            <a:endParaRPr lang="en-GB" noProof="0" dirty="0"/>
          </a:p>
        </p:txBody>
      </p:sp>
      <p:sp>
        <p:nvSpPr>
          <p:cNvPr id="8" name="Footer Placeholder 7"/>
          <p:cNvSpPr>
            <a:spLocks noGrp="1"/>
          </p:cNvSpPr>
          <p:nvPr>
            <p:ph type="ftr" sz="quarter" idx="11"/>
          </p:nvPr>
        </p:nvSpPr>
        <p:spPr/>
        <p:txBody>
          <a:bodyPr rtlCol="0"/>
          <a:lstStyle/>
          <a:p>
            <a:pPr rtl="0"/>
            <a:r>
              <a:rPr lang="en-GB" noProof="0" dirty="0"/>
              <a:t>Add a footer</a:t>
            </a:r>
          </a:p>
        </p:txBody>
      </p:sp>
      <p:sp>
        <p:nvSpPr>
          <p:cNvPr id="9" name="Slide Number Placeholder 8"/>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1250188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rtlCol="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pPr rtl="0"/>
            <a:r>
              <a:rPr lang="en-US" noProof="0"/>
              <a:t>Click to edit Master title style</a:t>
            </a:r>
            <a:endParaRPr kumimoji="0" lang="en-GB" noProof="0" dirty="0"/>
          </a:p>
        </p:txBody>
      </p:sp>
      <p:sp>
        <p:nvSpPr>
          <p:cNvPr id="3" name="Date Placeholder 2"/>
          <p:cNvSpPr>
            <a:spLocks noGrp="1"/>
          </p:cNvSpPr>
          <p:nvPr>
            <p:ph type="dt" sz="half" idx="10"/>
          </p:nvPr>
        </p:nvSpPr>
        <p:spPr/>
        <p:txBody>
          <a:bodyPr rtlCol="0"/>
          <a:lstStyle/>
          <a:p>
            <a:pPr rtl="0"/>
            <a:fld id="{95C60B82-7E07-4E99-B109-3665D479AF5E}" type="datetime1">
              <a:rPr lang="en-GB" noProof="0" smtClean="0"/>
              <a:t>27/12/2025</a:t>
            </a:fld>
            <a:endParaRPr lang="en-GB" noProof="0" dirty="0"/>
          </a:p>
        </p:txBody>
      </p:sp>
      <p:sp>
        <p:nvSpPr>
          <p:cNvPr id="4" name="Footer Placeholder 3"/>
          <p:cNvSpPr>
            <a:spLocks noGrp="1"/>
          </p:cNvSpPr>
          <p:nvPr>
            <p:ph type="ftr" sz="quarter" idx="11"/>
          </p:nvPr>
        </p:nvSpPr>
        <p:spPr/>
        <p:txBody>
          <a:bodyPr rtlCol="0"/>
          <a:lstStyle/>
          <a:p>
            <a:pPr rtl="0"/>
            <a:r>
              <a:rPr lang="en-GB" noProof="0" dirty="0"/>
              <a:t>Add a footer</a:t>
            </a:r>
          </a:p>
        </p:txBody>
      </p:sp>
      <p:sp>
        <p:nvSpPr>
          <p:cNvPr id="5" name="Slide Number Placeholder 4"/>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071814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p>
            <a:pPr rtl="0"/>
            <a:fld id="{8BE7B277-F8BD-4226-BE2E-8C55DA9B999A}" type="datetime1">
              <a:rPr lang="en-GB" noProof="0" smtClean="0"/>
              <a:t>27/12/2025</a:t>
            </a:fld>
            <a:endParaRPr lang="en-GB" noProof="0" dirty="0"/>
          </a:p>
        </p:txBody>
      </p:sp>
      <p:sp>
        <p:nvSpPr>
          <p:cNvPr id="3" name="Footer Placeholder 2"/>
          <p:cNvSpPr>
            <a:spLocks noGrp="1"/>
          </p:cNvSpPr>
          <p:nvPr>
            <p:ph type="ftr" sz="quarter" idx="11"/>
          </p:nvPr>
        </p:nvSpPr>
        <p:spPr/>
        <p:txBody>
          <a:bodyPr rtlCol="0"/>
          <a:lstStyle/>
          <a:p>
            <a:pPr rtl="0"/>
            <a:r>
              <a:rPr lang="en-GB" noProof="0" dirty="0"/>
              <a:t>Add a footer</a:t>
            </a:r>
          </a:p>
        </p:txBody>
      </p:sp>
      <p:sp>
        <p:nvSpPr>
          <p:cNvPr id="4" name="Slide Number Placeholder 3"/>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25288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rtlCol="0" anchor="b">
            <a:noAutofit/>
          </a:bodyPr>
          <a:lstStyle>
            <a:lvl1pPr algn="l" rtl="0">
              <a:spcBef>
                <a:spcPct val="0"/>
              </a:spcBef>
              <a:buNone/>
              <a:defRPr sz="2600" b="0">
                <a:ln>
                  <a:noFill/>
                </a:ln>
                <a:solidFill>
                  <a:schemeClr val="tx2"/>
                </a:solidFill>
                <a:effectLst/>
                <a:latin typeface="+mj-lt"/>
                <a:ea typeface="+mj-ea"/>
                <a:cs typeface="+mj-cs"/>
              </a:defRPr>
            </a:lvl1pPr>
          </a:lstStyle>
          <a:p>
            <a:pPr rtl="0"/>
            <a:r>
              <a:rPr lang="en-US" noProof="0"/>
              <a:t>Click to edit Master title style</a:t>
            </a:r>
            <a:endParaRPr kumimoji="0" lang="en-GB" noProof="0" dirty="0"/>
          </a:p>
        </p:txBody>
      </p:sp>
      <p:sp>
        <p:nvSpPr>
          <p:cNvPr id="4" name="Content Placeholder 3"/>
          <p:cNvSpPr>
            <a:spLocks noGrp="1"/>
          </p:cNvSpPr>
          <p:nvPr>
            <p:ph sz="half" idx="1"/>
          </p:nvPr>
        </p:nvSpPr>
        <p:spPr>
          <a:xfrm>
            <a:off x="4766733" y="1676400"/>
            <a:ext cx="6815667" cy="4572000"/>
          </a:xfrm>
        </p:spPr>
        <p:txBody>
          <a:bodyPr tIns="0" rtlCol="0"/>
          <a:lstStyle>
            <a:lvl1pPr>
              <a:defRPr sz="2800"/>
            </a:lvl1pPr>
            <a:lvl2pPr>
              <a:defRPr sz="2600"/>
            </a:lvl2pPr>
            <a:lvl3pPr>
              <a:defRPr sz="2400"/>
            </a:lvl3pPr>
            <a:lvl4pPr>
              <a:defRPr sz="2000"/>
            </a:lvl4pPr>
            <a:lvl5pPr>
              <a:defRPr sz="1800"/>
            </a:lvl5pPr>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3" name="Text Placeholder 2"/>
          <p:cNvSpPr>
            <a:spLocks noGrp="1"/>
          </p:cNvSpPr>
          <p:nvPr>
            <p:ph type="body" idx="2"/>
          </p:nvPr>
        </p:nvSpPr>
        <p:spPr>
          <a:xfrm>
            <a:off x="914400" y="1676400"/>
            <a:ext cx="3657600" cy="4572000"/>
          </a:xfrm>
        </p:spPr>
        <p:txBody>
          <a:bodyPr lIns="18288" rIns="18288" rtlCol="0"/>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rtl="0" eaLnBrk="1" latinLnBrk="0" hangingPunct="1"/>
            <a:r>
              <a:rPr lang="en-US" noProof="0"/>
              <a:t>Click to edit Master text styles</a:t>
            </a:r>
          </a:p>
        </p:txBody>
      </p:sp>
      <p:sp>
        <p:nvSpPr>
          <p:cNvPr id="5" name="Date Placeholder 4"/>
          <p:cNvSpPr>
            <a:spLocks noGrp="1"/>
          </p:cNvSpPr>
          <p:nvPr>
            <p:ph type="dt" sz="half" idx="10"/>
          </p:nvPr>
        </p:nvSpPr>
        <p:spPr/>
        <p:txBody>
          <a:bodyPr rtlCol="0"/>
          <a:lstStyle/>
          <a:p>
            <a:pPr rtl="0"/>
            <a:fld id="{59174814-53B1-401B-A4A0-040843C1FF19}" type="datetime1">
              <a:rPr lang="en-GB" noProof="0" smtClean="0"/>
              <a:t>27/12/2025</a:t>
            </a:fld>
            <a:endParaRPr lang="en-GB" noProof="0" dirty="0"/>
          </a:p>
        </p:txBody>
      </p:sp>
      <p:sp>
        <p:nvSpPr>
          <p:cNvPr id="6" name="Footer Placeholder 5"/>
          <p:cNvSpPr>
            <a:spLocks noGrp="1"/>
          </p:cNvSpPr>
          <p:nvPr>
            <p:ph type="ftr" sz="quarter" idx="11"/>
          </p:nvPr>
        </p:nvSpPr>
        <p:spPr/>
        <p:txBody>
          <a:bodyPr rtlCol="0"/>
          <a:lstStyle/>
          <a:p>
            <a:pPr rtl="0"/>
            <a:r>
              <a:rPr lang="en-GB" noProof="0" dirty="0"/>
              <a:t>Add a footer</a:t>
            </a:r>
          </a:p>
        </p:txBody>
      </p:sp>
      <p:sp>
        <p:nvSpPr>
          <p:cNvPr id="7" name="Slide Number Placeholder 6"/>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199192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en-GB" sz="1800" noProof="0" dirty="0"/>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rtl="0" eaLnBrk="1" latinLnBrk="0" hangingPunct="1"/>
            <a:endParaRPr kumimoji="0" lang="en-GB" sz="1800" noProof="0" dirty="0"/>
          </a:p>
        </p:txBody>
      </p:sp>
      <p:sp>
        <p:nvSpPr>
          <p:cNvPr id="2" name="Title 1"/>
          <p:cNvSpPr>
            <a:spLocks noGrp="1"/>
          </p:cNvSpPr>
          <p:nvPr>
            <p:ph type="title"/>
          </p:nvPr>
        </p:nvSpPr>
        <p:spPr>
          <a:xfrm>
            <a:off x="812800" y="1176997"/>
            <a:ext cx="2950464" cy="1582621"/>
          </a:xfrm>
        </p:spPr>
        <p:txBody>
          <a:bodyPr vert="horz" lIns="45720" tIns="45720" rIns="45720" bIns="45720" rtlCol="0" anchor="b"/>
          <a:lstStyle>
            <a:lvl1pPr algn="l">
              <a:buNone/>
              <a:defRPr sz="2000" b="1">
                <a:solidFill>
                  <a:schemeClr val="tx2"/>
                </a:solidFill>
              </a:defRPr>
            </a:lvl1pPr>
          </a:lstStyle>
          <a:p>
            <a:pPr rtl="0"/>
            <a:r>
              <a:rPr lang="en-US" noProof="0"/>
              <a:t>Click to edit Master title style</a:t>
            </a:r>
            <a:endParaRPr kumimoji="0" lang="en-GB" noProof="0" dirty="0"/>
          </a:p>
        </p:txBody>
      </p:sp>
      <p:sp>
        <p:nvSpPr>
          <p:cNvPr id="3" name="Picture Placeholder 2" descr="An empty placeholder to add an image. Click on the placeholder and select the image that you wish to add"/>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rtlCol="0"/>
          <a:lstStyle>
            <a:lvl1pPr marL="0" indent="0">
              <a:buNone/>
              <a:defRPr sz="3200"/>
            </a:lvl1pPr>
          </a:lstStyle>
          <a:p>
            <a:pPr rtl="0"/>
            <a:r>
              <a:rPr lang="en-US" noProof="0"/>
              <a:t>Click icon to add picture</a:t>
            </a:r>
            <a:endParaRPr kumimoji="0" lang="en-GB" noProof="0" dirty="0"/>
          </a:p>
        </p:txBody>
      </p:sp>
      <p:sp>
        <p:nvSpPr>
          <p:cNvPr id="4" name="Text Placeholder 3"/>
          <p:cNvSpPr>
            <a:spLocks noGrp="1"/>
          </p:cNvSpPr>
          <p:nvPr>
            <p:ph type="body" sz="half" idx="2"/>
          </p:nvPr>
        </p:nvSpPr>
        <p:spPr>
          <a:xfrm>
            <a:off x="812800" y="2828785"/>
            <a:ext cx="2946400" cy="2179320"/>
          </a:xfrm>
        </p:spPr>
        <p:txBody>
          <a:bodyPr lIns="64008" rIns="45720" bIns="45720" rtlCol="0" anchor="t"/>
          <a:lstStyle>
            <a:lvl1pPr marL="0" indent="0" algn="l">
              <a:spcBef>
                <a:spcPts val="250"/>
              </a:spcBef>
              <a:buFontTx/>
              <a:buNone/>
              <a:defRPr sz="1300"/>
            </a:lvl1pPr>
            <a:lvl2pPr>
              <a:defRPr sz="1200"/>
            </a:lvl2pPr>
            <a:lvl3pPr>
              <a:defRPr sz="1000"/>
            </a:lvl3pPr>
            <a:lvl4pPr>
              <a:defRPr sz="900"/>
            </a:lvl4pPr>
            <a:lvl5pPr>
              <a:defRPr sz="900"/>
            </a:lvl5pPr>
          </a:lstStyle>
          <a:p>
            <a:pPr lvl="0" rtl="0" eaLnBrk="1" latinLnBrk="0" hangingPunct="1"/>
            <a:r>
              <a:rPr lang="en-US" noProof="0"/>
              <a:t>Click to edit Master text styles</a:t>
            </a:r>
          </a:p>
        </p:txBody>
      </p:sp>
      <p:sp>
        <p:nvSpPr>
          <p:cNvPr id="5" name="Date Placeholder 4"/>
          <p:cNvSpPr>
            <a:spLocks noGrp="1"/>
          </p:cNvSpPr>
          <p:nvPr>
            <p:ph type="dt" sz="half" idx="10"/>
          </p:nvPr>
        </p:nvSpPr>
        <p:spPr/>
        <p:txBody>
          <a:bodyPr rtlCol="0"/>
          <a:lstStyle/>
          <a:p>
            <a:pPr rtl="0"/>
            <a:fld id="{36EC60F6-9213-40AE-98D9-27BAA08F6D69}" type="datetime1">
              <a:rPr lang="en-GB" noProof="0" smtClean="0"/>
              <a:t>27/12/2025</a:t>
            </a:fld>
            <a:endParaRPr lang="en-GB" noProof="0" dirty="0"/>
          </a:p>
        </p:txBody>
      </p:sp>
      <p:sp>
        <p:nvSpPr>
          <p:cNvPr id="6" name="Footer Placeholder 5"/>
          <p:cNvSpPr>
            <a:spLocks noGrp="1"/>
          </p:cNvSpPr>
          <p:nvPr>
            <p:ph type="ftr" sz="quarter" idx="11"/>
          </p:nvPr>
        </p:nvSpPr>
        <p:spPr/>
        <p:txBody>
          <a:bodyPr rtlCol="0"/>
          <a:lstStyle/>
          <a:p>
            <a:pPr rtl="0"/>
            <a:r>
              <a:rPr lang="en-GB" noProof="0" dirty="0"/>
              <a:t>Add a footer</a:t>
            </a:r>
          </a:p>
        </p:txBody>
      </p:sp>
      <p:sp>
        <p:nvSpPr>
          <p:cNvPr id="7" name="Slide Number Placeholder 6"/>
          <p:cNvSpPr>
            <a:spLocks noGrp="1"/>
          </p:cNvSpPr>
          <p:nvPr>
            <p:ph type="sldNum" sz="quarter" idx="12"/>
          </p:nvPr>
        </p:nvSpPr>
        <p:spPr>
          <a:xfrm>
            <a:off x="10769600" y="6356351"/>
            <a:ext cx="812800" cy="365125"/>
          </a:xfrm>
        </p:spPr>
        <p:txBody>
          <a:bodyPr rtlCol="0"/>
          <a:lstStyle/>
          <a:p>
            <a:pPr rtl="0"/>
            <a:fld id="{401CF334-2D5C-4859-84A6-CA7E6E43FAEB}" type="slidenum">
              <a:rPr lang="en-GB" noProof="0" smtClean="0"/>
              <a:t>‹#›</a:t>
            </a:fld>
            <a:endParaRPr lang="en-GB" noProof="0"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GB" sz="1800" noProof="0" dirty="0">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GB" sz="1800" noProof="0" dirty="0">
              <a:solidFill>
                <a:schemeClr val="tx1"/>
              </a:solidFill>
              <a:latin typeface="+mn-lt"/>
              <a:ea typeface="+mn-ea"/>
              <a:cs typeface="+mn-cs"/>
            </a:endParaRPr>
          </a:p>
        </p:txBody>
      </p:sp>
    </p:spTree>
    <p:extLst>
      <p:ext uri="{BB962C8B-B14F-4D97-AF65-F5344CB8AC3E}">
        <p14:creationId xmlns:p14="http://schemas.microsoft.com/office/powerpoint/2010/main" val="251962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US" noProof="0"/>
              <a:t>Click to edit Master title style</a:t>
            </a:r>
            <a:endParaRPr kumimoji="0" lang="en-GB" noProof="0" dirty="0"/>
          </a:p>
        </p:txBody>
      </p:sp>
      <p:sp>
        <p:nvSpPr>
          <p:cNvPr id="3" name="Vertical Text Placeholder 2"/>
          <p:cNvSpPr>
            <a:spLocks noGrp="1"/>
          </p:cNvSpPr>
          <p:nvPr>
            <p:ph type="body" orient="vert" idx="1"/>
          </p:nvPr>
        </p:nvSpPr>
        <p:spPr/>
        <p:txBody>
          <a:bodyPr vert="eaVert" rtlCol="0"/>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4" name="Date Placeholder 3"/>
          <p:cNvSpPr>
            <a:spLocks noGrp="1"/>
          </p:cNvSpPr>
          <p:nvPr>
            <p:ph type="dt" sz="half" idx="10"/>
          </p:nvPr>
        </p:nvSpPr>
        <p:spPr/>
        <p:txBody>
          <a:bodyPr rtlCol="0"/>
          <a:lstStyle/>
          <a:p>
            <a:pPr rtl="0"/>
            <a:fld id="{B45D39F6-F32F-422F-A524-C8CAC8EF0EA0}" type="datetime1">
              <a:rPr lang="en-GB" noProof="0" smtClean="0"/>
              <a:t>27/12/2025</a:t>
            </a:fld>
            <a:endParaRPr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87777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rtlCol="0"/>
          <a:lstStyle/>
          <a:p>
            <a:pPr rtl="0"/>
            <a:r>
              <a:rPr lang="en-US" noProof="0"/>
              <a:t>Click to edit Master title style</a:t>
            </a:r>
            <a:endParaRPr kumimoji="0" lang="en-GB" noProof="0" dirty="0"/>
          </a:p>
        </p:txBody>
      </p:sp>
      <p:sp>
        <p:nvSpPr>
          <p:cNvPr id="3" name="Vertical Text Placeholder 2"/>
          <p:cNvSpPr>
            <a:spLocks noGrp="1"/>
          </p:cNvSpPr>
          <p:nvPr>
            <p:ph type="body" orient="vert" idx="1"/>
          </p:nvPr>
        </p:nvSpPr>
        <p:spPr>
          <a:xfrm>
            <a:off x="609600" y="914402"/>
            <a:ext cx="8026400" cy="5211763"/>
          </a:xfrm>
        </p:spPr>
        <p:txBody>
          <a:bodyPr vert="eaVert" rtlCol="0"/>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kumimoji="0" lang="en-GB" noProof="0" dirty="0"/>
          </a:p>
        </p:txBody>
      </p:sp>
      <p:sp>
        <p:nvSpPr>
          <p:cNvPr id="4" name="Date Placeholder 3"/>
          <p:cNvSpPr>
            <a:spLocks noGrp="1"/>
          </p:cNvSpPr>
          <p:nvPr>
            <p:ph type="dt" sz="half" idx="10"/>
          </p:nvPr>
        </p:nvSpPr>
        <p:spPr/>
        <p:txBody>
          <a:bodyPr rtlCol="0"/>
          <a:lstStyle/>
          <a:p>
            <a:pPr rtl="0"/>
            <a:fld id="{3D0D8853-86BE-4961-A33E-0D3948738D2C}" type="datetime1">
              <a:rPr lang="en-GB" noProof="0" smtClean="0"/>
              <a:t>27/12/2025</a:t>
            </a:fld>
            <a:endParaRPr lang="en-GB" noProof="0" dirty="0"/>
          </a:p>
        </p:txBody>
      </p:sp>
      <p:sp>
        <p:nvSpPr>
          <p:cNvPr id="5" name="Footer Placeholder 4"/>
          <p:cNvSpPr>
            <a:spLocks noGrp="1"/>
          </p:cNvSpPr>
          <p:nvPr>
            <p:ph type="ftr" sz="quarter" idx="11"/>
          </p:nvPr>
        </p:nvSpPr>
        <p:spPr/>
        <p:txBody>
          <a:bodyPr rtlCol="0"/>
          <a:lstStyle/>
          <a:p>
            <a:pPr rtl="0"/>
            <a:r>
              <a:rPr lang="en-GB" noProof="0" dirty="0"/>
              <a:t>Add a footer</a:t>
            </a:r>
          </a:p>
        </p:txBody>
      </p:sp>
      <p:sp>
        <p:nvSpPr>
          <p:cNvPr id="6" name="Slide Number Placeholder 5"/>
          <p:cNvSpPr>
            <a:spLocks noGrp="1"/>
          </p:cNvSpPr>
          <p:nvPr>
            <p:ph type="sldNum" sz="quarter" idx="12"/>
          </p:nvPr>
        </p:nvSpPr>
        <p:spPr/>
        <p:txBody>
          <a:bodyPr rtlCol="0"/>
          <a:lstStyle/>
          <a:p>
            <a:pPr rtl="0"/>
            <a:fld id="{401CF334-2D5C-4859-84A6-CA7E6E43FAEB}" type="slidenum">
              <a:rPr lang="en-GB" noProof="0" smtClean="0"/>
              <a:t>‹#›</a:t>
            </a:fld>
            <a:endParaRPr lang="en-GB" noProof="0" dirty="0"/>
          </a:p>
        </p:txBody>
      </p:sp>
    </p:spTree>
    <p:extLst>
      <p:ext uri="{BB962C8B-B14F-4D97-AF65-F5344CB8AC3E}">
        <p14:creationId xmlns:p14="http://schemas.microsoft.com/office/powerpoint/2010/main" val="336975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25" name="Group 24"/>
          <p:cNvGrpSpPr/>
          <p:nvPr/>
        </p:nvGrpSpPr>
        <p:grpSpPr>
          <a:xfrm>
            <a:off x="-29028" y="-7144"/>
            <a:ext cx="12240731" cy="6879658"/>
            <a:chOff x="0" y="-21658"/>
            <a:chExt cx="12240731" cy="6879658"/>
          </a:xfrm>
        </p:grpSpPr>
        <p:sp>
          <p:nvSpPr>
            <p:cNvPr id="26" name="Rectangle 25"/>
            <p:cNvSpPr/>
            <p:nvPr/>
          </p:nvSpPr>
          <p:spPr>
            <a:xfrm>
              <a:off x="31633"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grpSp>
          <p:nvGrpSpPr>
            <p:cNvPr id="27" name="Group 26"/>
            <p:cNvGrpSpPr/>
            <p:nvPr/>
          </p:nvGrpSpPr>
          <p:grpSpPr>
            <a:xfrm>
              <a:off x="0" y="-21658"/>
              <a:ext cx="12240731" cy="1041400"/>
              <a:chOff x="-25356" y="-7144"/>
              <a:chExt cx="12240731" cy="1041400"/>
            </a:xfrm>
          </p:grpSpPr>
          <p:sp>
            <p:nvSpPr>
              <p:cNvPr id="28" name="Freeform 27"/>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GB" sz="1800" noProof="0" dirty="0">
                  <a:solidFill>
                    <a:schemeClr val="tx1"/>
                  </a:solidFill>
                  <a:latin typeface="+mn-lt"/>
                  <a:ea typeface="+mn-ea"/>
                  <a:cs typeface="+mn-cs"/>
                </a:endParaRPr>
              </a:p>
            </p:txBody>
          </p:sp>
          <p:sp>
            <p:nvSpPr>
              <p:cNvPr id="29" name="Freeform 28"/>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rtlCol="0" anchor="t" compatLnSpc="1"/>
              <a:lstStyle/>
              <a:p>
                <a:pPr marL="0" algn="l" rtl="0" eaLnBrk="1" latinLnBrk="0" hangingPunct="1"/>
                <a:endParaRPr kumimoji="0" lang="en-GB" sz="1800" noProof="0" dirty="0">
                  <a:solidFill>
                    <a:schemeClr val="tx1"/>
                  </a:solidFill>
                  <a:latin typeface="+mn-lt"/>
                  <a:ea typeface="+mn-ea"/>
                  <a:cs typeface="+mn-cs"/>
                </a:endParaRPr>
              </a:p>
            </p:txBody>
          </p:sp>
          <p:grpSp>
            <p:nvGrpSpPr>
              <p:cNvPr id="31" name="Group 30"/>
              <p:cNvGrpSpPr/>
              <p:nvPr/>
            </p:nvGrpSpPr>
            <p:grpSpPr>
              <a:xfrm>
                <a:off x="-25356" y="202408"/>
                <a:ext cx="12240731" cy="649224"/>
                <a:chOff x="-19045" y="216550"/>
                <a:chExt cx="9180548" cy="649224"/>
              </a:xfrm>
            </p:grpSpPr>
            <p:sp>
              <p:nvSpPr>
                <p:cNvPr id="32" name="Freeform 3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en-GB" sz="1800" noProof="0" dirty="0"/>
                </a:p>
              </p:txBody>
            </p:sp>
            <p:sp>
              <p:nvSpPr>
                <p:cNvPr id="33" name="Freeform 3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rtlCol="0" anchor="t" compatLnSpc="1"/>
                <a:lstStyle/>
                <a:p>
                  <a:pPr rtl="0"/>
                  <a:endParaRPr kumimoji="0" lang="en-GB" sz="1800" noProof="0" dirty="0"/>
                </a:p>
              </p:txBody>
            </p:sp>
          </p:grpSp>
        </p:grpSp>
      </p:grpSp>
      <p:sp>
        <p:nvSpPr>
          <p:cNvPr id="9" name="Title Placeholder 8"/>
          <p:cNvSpPr>
            <a:spLocks noGrp="1"/>
          </p:cNvSpPr>
          <p:nvPr>
            <p:ph type="title"/>
          </p:nvPr>
        </p:nvSpPr>
        <p:spPr>
          <a:xfrm>
            <a:off x="609600" y="704088"/>
            <a:ext cx="10972800" cy="1143000"/>
          </a:xfrm>
          <a:prstGeom prst="rect">
            <a:avLst/>
          </a:prstGeom>
        </p:spPr>
        <p:txBody>
          <a:bodyPr vert="horz" lIns="0" rIns="0" bIns="0" rtlCol="0" anchor="b">
            <a:normAutofit/>
          </a:bodyPr>
          <a:lstStyle/>
          <a:p>
            <a:pPr rtl="0"/>
            <a:r>
              <a:rPr lang="en-US" noProof="0"/>
              <a:t>Click to edit Master title style</a:t>
            </a:r>
            <a:endParaRPr kumimoji="0" lang="en-GB" noProof="0" dirty="0"/>
          </a:p>
        </p:txBody>
      </p:sp>
      <p:sp>
        <p:nvSpPr>
          <p:cNvPr id="30" name="Text Placeholder 29"/>
          <p:cNvSpPr>
            <a:spLocks noGrp="1"/>
          </p:cNvSpPr>
          <p:nvPr>
            <p:ph type="body" idx="1"/>
          </p:nvPr>
        </p:nvSpPr>
        <p:spPr>
          <a:xfrm>
            <a:off x="609600" y="1935480"/>
            <a:ext cx="10972800" cy="4389120"/>
          </a:xfrm>
          <a:prstGeom prst="rect">
            <a:avLst/>
          </a:prstGeom>
        </p:spPr>
        <p:txBody>
          <a:bodyPr vert="horz" rtlCol="0">
            <a:normAutofit/>
          </a:bodyPr>
          <a:lstStyle/>
          <a:p>
            <a:pPr lvl="0" rtl="0" eaLnBrk="1" latinLnBrk="0" hangingPunct="1"/>
            <a:r>
              <a:rPr lang="en-US" noProof="0"/>
              <a:t>Click to edit Master text styles</a:t>
            </a:r>
          </a:p>
          <a:p>
            <a:pPr lvl="1" rtl="0" eaLnBrk="1" latinLnBrk="0" hangingPunct="1"/>
            <a:r>
              <a:rPr lang="en-US" noProof="0"/>
              <a:t>Second level</a:t>
            </a:r>
          </a:p>
          <a:p>
            <a:pPr lvl="2" rtl="0" eaLnBrk="1" latinLnBrk="0" hangingPunct="1"/>
            <a:r>
              <a:rPr lang="en-US" noProof="0"/>
              <a:t>Third level</a:t>
            </a:r>
          </a:p>
          <a:p>
            <a:pPr lvl="3" rtl="0" eaLnBrk="1" latinLnBrk="0" hangingPunct="1"/>
            <a:r>
              <a:rPr lang="en-US" noProof="0"/>
              <a:t>Fourth level</a:t>
            </a:r>
          </a:p>
          <a:p>
            <a:pPr lvl="4" rtl="0" eaLnBrk="1" latinLnBrk="0" hangingPunct="1"/>
            <a:r>
              <a:rPr lang="en-US" noProof="0"/>
              <a:t>Fifth level</a:t>
            </a:r>
            <a:endParaRPr lang="en-GB" noProof="0" dirty="0"/>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rtlCol="0" anchor="b"/>
          <a:lstStyle>
            <a:lvl1pPr algn="l" eaLnBrk="1" latinLnBrk="0" hangingPunct="1">
              <a:defRPr kumimoji="0" sz="1100">
                <a:solidFill>
                  <a:schemeClr val="tx1"/>
                </a:solidFill>
              </a:defRPr>
            </a:lvl1pPr>
          </a:lstStyle>
          <a:p>
            <a:pPr rtl="0"/>
            <a:fld id="{B1AAA1B0-5CCA-451B-9B71-15404CCF6D82}" type="datetime1">
              <a:rPr lang="en-GB" noProof="0" smtClean="0"/>
              <a:t>27/12/2025</a:t>
            </a:fld>
            <a:endParaRPr lang="en-GB" noProof="0" dirty="0"/>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rtlCol="0" anchor="b"/>
          <a:lstStyle>
            <a:lvl1pPr algn="l" eaLnBrk="1" latinLnBrk="0" hangingPunct="1">
              <a:defRPr kumimoji="0" sz="1100">
                <a:solidFill>
                  <a:schemeClr val="tx1"/>
                </a:solidFill>
              </a:defRPr>
            </a:lvl1pPr>
          </a:lstStyle>
          <a:p>
            <a:pPr rtl="0"/>
            <a:r>
              <a:rPr lang="en-GB" noProof="0" dirty="0"/>
              <a:t>Add a footer</a:t>
            </a:r>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rtlCol="0" anchor="b"/>
          <a:lstStyle>
            <a:lvl1pPr algn="r" eaLnBrk="1" latinLnBrk="0" hangingPunct="1">
              <a:defRPr kumimoji="0" sz="1100">
                <a:solidFill>
                  <a:schemeClr val="tx1"/>
                </a:solidFill>
              </a:defRPr>
            </a:lvl1pPr>
          </a:lstStyle>
          <a:p>
            <a:pPr rtl="0"/>
            <a:fld id="{401CF334-2D5C-4859-84A6-CA7E6E43FAEB}" type="slidenum">
              <a:rPr lang="en-GB" noProof="0" smtClean="0"/>
              <a:pPr/>
              <a:t>‹#›</a:t>
            </a:fld>
            <a:endParaRPr lang="en-GB" noProof="0" dirty="0"/>
          </a:p>
        </p:txBody>
      </p:sp>
    </p:spTree>
    <p:extLst>
      <p:ext uri="{BB962C8B-B14F-4D97-AF65-F5344CB8AC3E}">
        <p14:creationId xmlns:p14="http://schemas.microsoft.com/office/powerpoint/2010/main" val="942852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normAutofit/>
          </a:bodyPr>
          <a:lstStyle/>
          <a:p>
            <a:pPr rtl="0"/>
            <a:r>
              <a:rPr lang="en-GB" sz="4000" dirty="0"/>
              <a:t>IT Service Management</a:t>
            </a:r>
          </a:p>
        </p:txBody>
      </p:sp>
      <p:sp>
        <p:nvSpPr>
          <p:cNvPr id="5" name="Subtitle 4"/>
          <p:cNvSpPr>
            <a:spLocks noGrp="1"/>
          </p:cNvSpPr>
          <p:nvPr>
            <p:ph type="subTitle" idx="1"/>
          </p:nvPr>
        </p:nvSpPr>
        <p:spPr/>
        <p:txBody>
          <a:bodyPr rtlCol="0"/>
          <a:lstStyle/>
          <a:p>
            <a:pPr rtl="0"/>
            <a:r>
              <a:rPr lang="en-GB" b="1" dirty="0"/>
              <a:t>Presentation</a:t>
            </a:r>
          </a:p>
          <a:p>
            <a:pPr rtl="0"/>
            <a:r>
              <a:rPr lang="en-GB" dirty="0"/>
              <a:t>Tarak Hasan</a:t>
            </a:r>
          </a:p>
          <a:p>
            <a:pPr rtl="0"/>
            <a:endParaRPr lang="en-GB" dirty="0"/>
          </a:p>
        </p:txBody>
      </p:sp>
    </p:spTree>
    <p:extLst>
      <p:ext uri="{BB962C8B-B14F-4D97-AF65-F5344CB8AC3E}">
        <p14:creationId xmlns:p14="http://schemas.microsoft.com/office/powerpoint/2010/main" val="354962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lstStyle/>
          <a:p>
            <a:pPr rtl="0"/>
            <a:r>
              <a:rPr lang="en-GB" dirty="0">
                <a:latin typeface="Calibri" panose="020F0502020204030204" pitchFamily="34" charset="0"/>
                <a:cs typeface="Calibri" panose="020F0502020204030204" pitchFamily="34" charset="0"/>
              </a:rPr>
              <a:t>Overview</a:t>
            </a:r>
          </a:p>
        </p:txBody>
      </p:sp>
      <p:sp>
        <p:nvSpPr>
          <p:cNvPr id="2" name="Content Placeholder 1"/>
          <p:cNvSpPr>
            <a:spLocks noGrp="1"/>
          </p:cNvSpPr>
          <p:nvPr>
            <p:ph idx="1"/>
          </p:nvPr>
        </p:nvSpPr>
        <p:spPr/>
        <p:txBody>
          <a:bodyPr rtlCol="0">
            <a:normAutofit/>
          </a:bodyPr>
          <a:lstStyle/>
          <a:p>
            <a:pPr rtl="0"/>
            <a:r>
              <a:rPr lang="en-GB" sz="2400" dirty="0">
                <a:latin typeface="Calibri" panose="020F0502020204030204" pitchFamily="34" charset="0"/>
                <a:cs typeface="Calibri" panose="020F0502020204030204" pitchFamily="34" charset="0"/>
              </a:rPr>
              <a:t>Discussing the importance of Service Level Management (SLM) to an IT Service Provider. </a:t>
            </a:r>
          </a:p>
        </p:txBody>
      </p:sp>
    </p:spTree>
    <p:extLst>
      <p:ext uri="{BB962C8B-B14F-4D97-AF65-F5344CB8AC3E}">
        <p14:creationId xmlns:p14="http://schemas.microsoft.com/office/powerpoint/2010/main" val="3339554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lstStyle/>
          <a:p>
            <a:pPr rtl="0"/>
            <a:r>
              <a:rPr lang="en-GB" dirty="0">
                <a:latin typeface="Calibri" panose="020F0502020204030204" pitchFamily="34" charset="0"/>
                <a:cs typeface="Calibri" panose="020F0502020204030204" pitchFamily="34" charset="0"/>
              </a:rPr>
              <a:t>Key Points</a:t>
            </a:r>
          </a:p>
        </p:txBody>
      </p:sp>
      <p:sp>
        <p:nvSpPr>
          <p:cNvPr id="2" name="Content Placeholder 1"/>
          <p:cNvSpPr>
            <a:spLocks noGrp="1"/>
          </p:cNvSpPr>
          <p:nvPr>
            <p:ph idx="1"/>
          </p:nvPr>
        </p:nvSpPr>
        <p:spPr/>
        <p:txBody>
          <a:bodyPr rtlCol="0">
            <a:normAutofit/>
          </a:bodyPr>
          <a:lstStyle/>
          <a:p>
            <a:pPr rtl="0"/>
            <a:r>
              <a:rPr lang="en-GB" sz="2400" dirty="0">
                <a:latin typeface="Calibri" panose="020F0502020204030204" pitchFamily="34" charset="0"/>
                <a:cs typeface="Calibri" panose="020F0502020204030204" pitchFamily="34" charset="0"/>
              </a:rPr>
              <a:t>Overview</a:t>
            </a:r>
          </a:p>
          <a:p>
            <a:pPr rtl="0"/>
            <a:r>
              <a:rPr lang="en-GB" sz="2400" dirty="0">
                <a:latin typeface="Calibri" panose="020F0502020204030204" pitchFamily="34" charset="0"/>
                <a:cs typeface="Calibri" panose="020F0502020204030204" pitchFamily="34" charset="0"/>
              </a:rPr>
              <a:t>Importance of SLM to IT Service Providers</a:t>
            </a:r>
          </a:p>
          <a:p>
            <a:pPr rtl="0"/>
            <a:r>
              <a:rPr lang="en-GB" sz="2400" dirty="0">
                <a:latin typeface="Calibri" panose="020F0502020204030204" pitchFamily="34" charset="0"/>
                <a:cs typeface="Calibri" panose="020F0502020204030204" pitchFamily="34" charset="0"/>
              </a:rPr>
              <a:t>Significance of SLA Metrics</a:t>
            </a:r>
          </a:p>
          <a:p>
            <a:pPr rtl="0"/>
            <a:r>
              <a:rPr lang="en-GB" sz="2400" dirty="0">
                <a:latin typeface="Calibri" panose="020F0502020204030204" pitchFamily="34" charset="0"/>
                <a:cs typeface="Calibri" panose="020F0502020204030204" pitchFamily="34" charset="0"/>
              </a:rPr>
              <a:t>Challenges and Risks Associated with SLM</a:t>
            </a:r>
          </a:p>
          <a:p>
            <a:pPr rtl="0"/>
            <a:r>
              <a:rPr lang="en-GB" sz="2400" dirty="0">
                <a:latin typeface="Calibri" panose="020F0502020204030204" pitchFamily="34" charset="0"/>
                <a:cs typeface="Calibri" panose="020F0502020204030204" pitchFamily="34" charset="0"/>
              </a:rPr>
              <a:t>Example of SLA Implementation (Case Study)</a:t>
            </a:r>
          </a:p>
          <a:p>
            <a:pPr rtl="0"/>
            <a:r>
              <a:rPr lang="en-GB" sz="2400" dirty="0">
                <a:latin typeface="Calibri" panose="020F0502020204030204" pitchFamily="34" charset="0"/>
                <a:cs typeface="Calibri" panose="020F0502020204030204" pitchFamily="34" charset="0"/>
              </a:rPr>
              <a:t>Microsoft SLA performance Reports </a:t>
            </a:r>
          </a:p>
          <a:p>
            <a:pPr rtl="0"/>
            <a:r>
              <a:rPr lang="en-GB" sz="2400" dirty="0">
                <a:latin typeface="Calibri" panose="020F0502020204030204" pitchFamily="34" charset="0"/>
                <a:cs typeface="Calibri" panose="020F0502020204030204" pitchFamily="34" charset="0"/>
              </a:rPr>
              <a:t>Recommendations &amp; Conclusion</a:t>
            </a:r>
          </a:p>
        </p:txBody>
      </p:sp>
    </p:spTree>
    <p:extLst>
      <p:ext uri="{BB962C8B-B14F-4D97-AF65-F5344CB8AC3E}">
        <p14:creationId xmlns:p14="http://schemas.microsoft.com/office/powerpoint/2010/main" val="150891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Autofit/>
          </a:bodyPr>
          <a:lstStyle/>
          <a:p>
            <a:pPr rtl="0"/>
            <a:r>
              <a:rPr lang="en-GB" sz="4000" b="1" dirty="0">
                <a:latin typeface="Calibri" panose="020F0502020204030204" pitchFamily="34" charset="0"/>
                <a:cs typeface="Calibri" panose="020F0502020204030204" pitchFamily="34" charset="0"/>
              </a:rPr>
              <a:t>Importance of SLM to IT Service Providers</a:t>
            </a:r>
          </a:p>
        </p:txBody>
      </p:sp>
      <p:sp>
        <p:nvSpPr>
          <p:cNvPr id="2" name="Content Placeholder 1"/>
          <p:cNvSpPr>
            <a:spLocks noGrp="1"/>
          </p:cNvSpPr>
          <p:nvPr>
            <p:ph idx="1"/>
          </p:nvPr>
        </p:nvSpPr>
        <p:spPr/>
        <p:txBody>
          <a:bodyPr rtlCol="0">
            <a:normAutofit/>
          </a:bodyPr>
          <a:lstStyle/>
          <a:p>
            <a:pPr rtl="0"/>
            <a:r>
              <a:rPr lang="en-GB" sz="2400" b="1" dirty="0">
                <a:latin typeface="Calibri" panose="020F0502020204030204" pitchFamily="34" charset="0"/>
                <a:cs typeface="Calibri" panose="020F0502020204030204" pitchFamily="34" charset="0"/>
              </a:rPr>
              <a:t>SLM</a:t>
            </a:r>
            <a:r>
              <a:rPr lang="en-GB" sz="2400" dirty="0">
                <a:latin typeface="Calibri" panose="020F0502020204030204" pitchFamily="34" charset="0"/>
                <a:cs typeface="Calibri" panose="020F0502020204030204" pitchFamily="34" charset="0"/>
              </a:rPr>
              <a:t> manages service levels via SLAs and SLOs to meet </a:t>
            </a:r>
            <a:r>
              <a:rPr lang="en-GB" sz="2400">
                <a:latin typeface="Calibri" panose="020F0502020204030204" pitchFamily="34" charset="0"/>
                <a:cs typeface="Calibri" panose="020F0502020204030204" pitchFamily="34" charset="0"/>
              </a:rPr>
              <a:t>business needs &amp; goals. </a:t>
            </a:r>
            <a:r>
              <a:rPr lang="en-GB" sz="2400" dirty="0">
                <a:latin typeface="Calibri" panose="020F0502020204030204" pitchFamily="34" charset="0"/>
                <a:cs typeface="Calibri" panose="020F0502020204030204" pitchFamily="34" charset="0"/>
              </a:rPr>
              <a:t>Ensures cost-effective service delivery and high service quality.</a:t>
            </a:r>
          </a:p>
          <a:p>
            <a:pPr rtl="0"/>
            <a:endParaRPr lang="en-GB" sz="2400" dirty="0">
              <a:latin typeface="Calibri" panose="020F0502020204030204" pitchFamily="34" charset="0"/>
              <a:cs typeface="Calibri" panose="020F0502020204030204" pitchFamily="34" charset="0"/>
            </a:endParaRPr>
          </a:p>
          <a:p>
            <a:pPr rtl="0"/>
            <a:r>
              <a:rPr lang="en-GB" sz="2400" b="1" dirty="0">
                <a:latin typeface="Calibri" panose="020F0502020204030204" pitchFamily="34" charset="0"/>
                <a:cs typeface="Calibri" panose="020F0502020204030204" pitchFamily="34" charset="0"/>
              </a:rPr>
              <a:t>Essential tasks</a:t>
            </a:r>
            <a:r>
              <a:rPr lang="en-GB" sz="2400" dirty="0">
                <a:latin typeface="Calibri" panose="020F0502020204030204" pitchFamily="34" charset="0"/>
                <a:cs typeface="Calibri" panose="020F0502020204030204" pitchFamily="34" charset="0"/>
              </a:rPr>
              <a:t>: Define business requirements, control IT services, and manage SLAs. Regular monitoring and reporting on SLA compliance to improve services.</a:t>
            </a:r>
          </a:p>
          <a:p>
            <a:pPr marL="0" indent="0" rtl="0">
              <a:buNone/>
            </a:pPr>
            <a:endParaRPr lang="en-GB" sz="2400" dirty="0">
              <a:latin typeface="Calibri" panose="020F0502020204030204" pitchFamily="34" charset="0"/>
              <a:cs typeface="Calibri" panose="020F0502020204030204" pitchFamily="34" charset="0"/>
            </a:endParaRPr>
          </a:p>
          <a:p>
            <a:pPr rtl="0"/>
            <a:r>
              <a:rPr lang="en-GB" sz="2400" b="1" dirty="0">
                <a:latin typeface="Calibri" panose="020F0502020204030204" pitchFamily="34" charset="0"/>
                <a:cs typeface="Calibri" panose="020F0502020204030204" pitchFamily="34" charset="0"/>
              </a:rPr>
              <a:t>Benefits</a:t>
            </a:r>
            <a:r>
              <a:rPr lang="en-GB" sz="2400" dirty="0">
                <a:latin typeface="Calibri" panose="020F0502020204030204" pitchFamily="34" charset="0"/>
                <a:cs typeface="Calibri" panose="020F0502020204030204" pitchFamily="34" charset="0"/>
              </a:rPr>
              <a:t>: Increases transparency, clarifies customer expectations, and boosts satisfaction. Helps optimize resources, reduce risks, and acquire new customers through quality service.</a:t>
            </a:r>
          </a:p>
        </p:txBody>
      </p:sp>
    </p:spTree>
    <p:extLst>
      <p:ext uri="{BB962C8B-B14F-4D97-AF65-F5344CB8AC3E}">
        <p14:creationId xmlns:p14="http://schemas.microsoft.com/office/powerpoint/2010/main" val="11508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a:bodyPr>
          <a:lstStyle/>
          <a:p>
            <a:pPr rtl="0"/>
            <a:r>
              <a:rPr lang="en-GB" sz="4000" b="1" dirty="0">
                <a:latin typeface="Calibri" panose="020F0502020204030204" pitchFamily="34" charset="0"/>
                <a:cs typeface="Calibri" panose="020F0502020204030204" pitchFamily="34" charset="0"/>
              </a:rPr>
              <a:t>Significance of SLA Metrics</a:t>
            </a:r>
          </a:p>
        </p:txBody>
      </p:sp>
      <p:sp>
        <p:nvSpPr>
          <p:cNvPr id="2" name="Content Placeholder 1"/>
          <p:cNvSpPr>
            <a:spLocks noGrp="1"/>
          </p:cNvSpPr>
          <p:nvPr>
            <p:ph idx="1"/>
          </p:nvPr>
        </p:nvSpPr>
        <p:spPr/>
        <p:txBody>
          <a:bodyPr rtlCol="0">
            <a:normAutofit/>
          </a:bodyPr>
          <a:lstStyle/>
          <a:p>
            <a:pPr marL="0" indent="0" rtl="0">
              <a:buNone/>
            </a:pPr>
            <a:endParaRPr lang="en-GB" sz="2400" b="1" dirty="0"/>
          </a:p>
          <a:p>
            <a:pPr marL="0" indent="0" rtl="0">
              <a:buNone/>
            </a:pPr>
            <a:r>
              <a:rPr lang="en-GB" sz="2400" b="1" dirty="0"/>
              <a:t>SLA metrics</a:t>
            </a:r>
            <a:r>
              <a:rPr lang="en-GB" sz="2400" dirty="0"/>
              <a:t> measure service performance and align with business goals.</a:t>
            </a:r>
          </a:p>
          <a:p>
            <a:pPr marL="0" indent="0" rtl="0">
              <a:buNone/>
            </a:pPr>
            <a:endParaRPr lang="en-GB" sz="2400" dirty="0"/>
          </a:p>
          <a:p>
            <a:pPr rtl="0"/>
            <a:r>
              <a:rPr lang="en-GB" sz="2400" b="1" dirty="0"/>
              <a:t>Common metrics</a:t>
            </a:r>
            <a:r>
              <a:rPr lang="en-GB" sz="2000" dirty="0"/>
              <a:t>: Availability, Mean Time to Recovery (MTTR), Response Time, Error Rates, and Compliance.</a:t>
            </a:r>
          </a:p>
          <a:p>
            <a:pPr marL="0" indent="0" rtl="0">
              <a:buNone/>
            </a:pPr>
            <a:endParaRPr lang="en-GB" sz="2000" dirty="0"/>
          </a:p>
          <a:p>
            <a:pPr rtl="0"/>
            <a:r>
              <a:rPr lang="en-GB" sz="2000" b="1" dirty="0"/>
              <a:t>Direct Metrics</a:t>
            </a:r>
            <a:r>
              <a:rPr lang="en-GB" sz="2000" dirty="0"/>
              <a:t>: Measured from resources like servers or applications (e.g., system diagnostics, network performance).</a:t>
            </a:r>
          </a:p>
          <a:p>
            <a:pPr marL="0" indent="0" rtl="0">
              <a:buNone/>
            </a:pPr>
            <a:endParaRPr lang="en-GB" sz="2000" dirty="0"/>
          </a:p>
          <a:p>
            <a:pPr rtl="0"/>
            <a:r>
              <a:rPr lang="en-GB" sz="2000" b="1" dirty="0"/>
              <a:t>Composite Metrics</a:t>
            </a:r>
            <a:r>
              <a:rPr lang="en-GB" sz="2000" dirty="0"/>
              <a:t>: Average multiple metrics over time, such as average availability or maximum response time.</a:t>
            </a:r>
          </a:p>
        </p:txBody>
      </p:sp>
    </p:spTree>
    <p:extLst>
      <p:ext uri="{BB962C8B-B14F-4D97-AF65-F5344CB8AC3E}">
        <p14:creationId xmlns:p14="http://schemas.microsoft.com/office/powerpoint/2010/main" val="325200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704088"/>
            <a:ext cx="10972800" cy="727670"/>
          </a:xfrm>
        </p:spPr>
        <p:txBody>
          <a:bodyPr rtlCol="0">
            <a:noAutofit/>
          </a:bodyPr>
          <a:lstStyle/>
          <a:p>
            <a:pPr rtl="0"/>
            <a:r>
              <a:rPr lang="en-GB" sz="3200" b="1" dirty="0"/>
              <a:t>Challenges and Risks Associated with SLM</a:t>
            </a:r>
          </a:p>
        </p:txBody>
      </p:sp>
      <p:sp>
        <p:nvSpPr>
          <p:cNvPr id="2" name="Content Placeholder 1"/>
          <p:cNvSpPr>
            <a:spLocks noGrp="1"/>
          </p:cNvSpPr>
          <p:nvPr>
            <p:ph idx="1"/>
          </p:nvPr>
        </p:nvSpPr>
        <p:spPr>
          <a:xfrm>
            <a:off x="609600" y="1648326"/>
            <a:ext cx="10972800" cy="4676274"/>
          </a:xfrm>
        </p:spPr>
        <p:txBody>
          <a:bodyPr rtlCol="0">
            <a:normAutofit/>
          </a:bodyPr>
          <a:lstStyle/>
          <a:p>
            <a:pPr rtl="0"/>
            <a:r>
              <a:rPr lang="en-GB" sz="2400" b="1" dirty="0">
                <a:latin typeface="Calibri" panose="020F0502020204030204" pitchFamily="34" charset="0"/>
                <a:cs typeface="Calibri" panose="020F0502020204030204" pitchFamily="34" charset="0"/>
              </a:rPr>
              <a:t>Inconsistent Metrics </a:t>
            </a:r>
            <a:r>
              <a:rPr lang="en-GB" sz="2400" dirty="0">
                <a:latin typeface="Calibri" panose="020F0502020204030204" pitchFamily="34" charset="0"/>
                <a:cs typeface="Calibri" panose="020F0502020204030204" pitchFamily="34" charset="0"/>
              </a:rPr>
              <a:t>– Hard to standardize, causing mismatched expectations. (Solution: Define clear, realistic metrics.).</a:t>
            </a:r>
          </a:p>
          <a:p>
            <a:pPr rtl="0"/>
            <a:r>
              <a:rPr lang="en-GB" sz="2400" b="1" dirty="0">
                <a:latin typeface="Calibri" panose="020F0502020204030204" pitchFamily="34" charset="0"/>
                <a:cs typeface="Calibri" panose="020F0502020204030204" pitchFamily="34" charset="0"/>
              </a:rPr>
              <a:t>Miscommunication</a:t>
            </a:r>
            <a:r>
              <a:rPr lang="en-GB" sz="2400" dirty="0">
                <a:latin typeface="Calibri" panose="020F0502020204030204" pitchFamily="34" charset="0"/>
                <a:cs typeface="Calibri" panose="020F0502020204030204" pitchFamily="34" charset="0"/>
              </a:rPr>
              <a:t> – IT and business teams may not align. </a:t>
            </a:r>
            <a:r>
              <a:rPr lang="en-GB" sz="2400" i="1" dirty="0">
                <a:latin typeface="Calibri" panose="020F0502020204030204" pitchFamily="34" charset="0"/>
                <a:cs typeface="Calibri" panose="020F0502020204030204" pitchFamily="34" charset="0"/>
              </a:rPr>
              <a:t>(Solution: Regular meetings and collaboration.)</a:t>
            </a:r>
            <a:r>
              <a:rPr lang="en-GB" sz="2400" dirty="0">
                <a:latin typeface="Calibri" panose="020F0502020204030204" pitchFamily="34" charset="0"/>
                <a:cs typeface="Calibri" panose="020F0502020204030204" pitchFamily="34" charset="0"/>
              </a:rPr>
              <a:t>.</a:t>
            </a:r>
          </a:p>
          <a:p>
            <a:pPr rtl="0"/>
            <a:r>
              <a:rPr lang="en-GB" sz="2400" b="1" dirty="0">
                <a:latin typeface="Calibri" panose="020F0502020204030204" pitchFamily="34" charset="0"/>
                <a:cs typeface="Calibri" panose="020F0502020204030204" pitchFamily="34" charset="0"/>
              </a:rPr>
              <a:t>Overloaded SLAs </a:t>
            </a:r>
            <a:r>
              <a:rPr lang="en-GB" sz="2400" dirty="0">
                <a:latin typeface="Calibri" panose="020F0502020204030204" pitchFamily="34" charset="0"/>
                <a:cs typeface="Calibri" panose="020F0502020204030204" pitchFamily="34" charset="0"/>
              </a:rPr>
              <a:t>– Too many agreements make tracking difficult. (Solution: Focus on critical SLAs.</a:t>
            </a:r>
          </a:p>
          <a:p>
            <a:pPr rtl="0"/>
            <a:r>
              <a:rPr lang="en-GB" sz="2400" b="1" dirty="0">
                <a:latin typeface="Calibri" panose="020F0502020204030204" pitchFamily="34" charset="0"/>
                <a:cs typeface="Calibri" panose="020F0502020204030204" pitchFamily="34" charset="0"/>
              </a:rPr>
              <a:t>Lack of Improvement </a:t>
            </a:r>
            <a:r>
              <a:rPr lang="en-GB" sz="2400" dirty="0">
                <a:latin typeface="Calibri" panose="020F0502020204030204" pitchFamily="34" charset="0"/>
                <a:cs typeface="Calibri" panose="020F0502020204030204" pitchFamily="34" charset="0"/>
              </a:rPr>
              <a:t>– Outdated SLAs fail business needs. (Solution: Regular reviews and updates.)</a:t>
            </a:r>
          </a:p>
          <a:p>
            <a:pPr rtl="0"/>
            <a:r>
              <a:rPr lang="en-GB" sz="2400" b="1" dirty="0">
                <a:latin typeface="Calibri" panose="020F0502020204030204" pitchFamily="34" charset="0"/>
                <a:cs typeface="Calibri" panose="020F0502020204030204" pitchFamily="34" charset="0"/>
              </a:rPr>
              <a:t>Risks</a:t>
            </a:r>
            <a:r>
              <a:rPr lang="en-GB" sz="2400" dirty="0">
                <a:latin typeface="Calibri" panose="020F0502020204030204" pitchFamily="34" charset="0"/>
                <a:cs typeface="Calibri" panose="020F0502020204030204" pitchFamily="34" charset="0"/>
              </a:rPr>
              <a:t> – Poor change management, manual errors, and shadow IT impact performance. </a:t>
            </a:r>
            <a:r>
              <a:rPr lang="en-GB" sz="2400" i="1" dirty="0">
                <a:latin typeface="Calibri" panose="020F0502020204030204" pitchFamily="34" charset="0"/>
                <a:cs typeface="Calibri" panose="020F0502020204030204" pitchFamily="34" charset="0"/>
              </a:rPr>
              <a:t>(Solution: Automate, monitor KPIs, and enforce security.)</a:t>
            </a:r>
            <a:endParaRPr lang="en-GB"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945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76726"/>
            <a:ext cx="10972800" cy="1118937"/>
          </a:xfrm>
        </p:spPr>
        <p:txBody>
          <a:bodyPr rtlCol="0">
            <a:normAutofit/>
          </a:bodyPr>
          <a:lstStyle/>
          <a:p>
            <a:pPr rtl="0"/>
            <a:r>
              <a:rPr lang="en-GB" sz="4000" dirty="0">
                <a:latin typeface="Calibri" panose="020F0502020204030204" pitchFamily="34" charset="0"/>
                <a:cs typeface="Calibri" panose="020F0502020204030204" pitchFamily="34" charset="0"/>
              </a:rPr>
              <a:t>Example of SLA Implementation </a:t>
            </a:r>
          </a:p>
        </p:txBody>
      </p:sp>
      <p:sp>
        <p:nvSpPr>
          <p:cNvPr id="2" name="Content Placeholder 1"/>
          <p:cNvSpPr>
            <a:spLocks noGrp="1"/>
          </p:cNvSpPr>
          <p:nvPr>
            <p:ph idx="1"/>
          </p:nvPr>
        </p:nvSpPr>
        <p:spPr>
          <a:xfrm>
            <a:off x="609600" y="1515979"/>
            <a:ext cx="10972800" cy="4808621"/>
          </a:xfrm>
        </p:spPr>
        <p:txBody>
          <a:bodyPr rtlCol="0">
            <a:normAutofit/>
          </a:bodyPr>
          <a:lstStyle/>
          <a:p>
            <a:pPr marL="0" indent="0">
              <a:buNone/>
            </a:pPr>
            <a:r>
              <a:rPr lang="en-GB" sz="1800" b="1" dirty="0">
                <a:solidFill>
                  <a:srgbClr val="000000"/>
                </a:solidFill>
                <a:effectLst/>
                <a:latin typeface="Calibri" panose="020F0502020204030204" pitchFamily="34" charset="0"/>
                <a:ea typeface="Aptos" panose="020B0004020202020204" pitchFamily="34" charset="0"/>
              </a:rPr>
              <a:t>Case Study</a:t>
            </a:r>
            <a:r>
              <a:rPr lang="en-GB" sz="1800" dirty="0">
                <a:solidFill>
                  <a:srgbClr val="000000"/>
                </a:solidFill>
                <a:effectLst/>
                <a:latin typeface="Calibri" panose="020F0502020204030204" pitchFamily="34" charset="0"/>
                <a:ea typeface="Aptos" panose="020B0004020202020204" pitchFamily="34" charset="0"/>
              </a:rPr>
              <a:t>: A multinational corporation with over 50,000 employees adopted Microsoft 365 and Azure to streamline collaboration, security, and cloud computing. The company needed to ensure high availability, compliance, and performance guarantees, making Microsoft’s Service Level Agreements (SLAs) a critical component of their IT strategy. </a:t>
            </a:r>
          </a:p>
          <a:p>
            <a:pPr>
              <a:buNone/>
            </a:pPr>
            <a:r>
              <a:rPr lang="en-GB" sz="1800" b="1" dirty="0">
                <a:solidFill>
                  <a:srgbClr val="000000"/>
                </a:solidFill>
                <a:effectLst/>
                <a:latin typeface="Calibri" panose="020F0502020204030204" pitchFamily="34" charset="0"/>
                <a:ea typeface="Aptos" panose="020B0004020202020204" pitchFamily="34" charset="0"/>
              </a:rPr>
              <a:t>Incident Response &amp; Resolution Times(Microsoft):</a:t>
            </a:r>
            <a:endParaRPr lang="en-GB" sz="1800" dirty="0">
              <a:solidFill>
                <a:srgbClr val="000000"/>
              </a:solidFill>
              <a:effectLst/>
              <a:latin typeface="Calibri" panose="020F0502020204030204" pitchFamily="34" charset="0"/>
              <a:ea typeface="Aptos" panose="020B0004020202020204" pitchFamily="34" charset="0"/>
            </a:endParaRPr>
          </a:p>
          <a:p>
            <a:r>
              <a:rPr lang="en-GB" sz="1800" dirty="0">
                <a:solidFill>
                  <a:srgbClr val="000000"/>
                </a:solidFill>
                <a:effectLst/>
                <a:latin typeface="Calibri" panose="020F0502020204030204" pitchFamily="34" charset="0"/>
                <a:ea typeface="Aptos" panose="020B0004020202020204" pitchFamily="34" charset="0"/>
              </a:rPr>
              <a:t>Azure Rapid Response: 15-minute response for Severity A issues.</a:t>
            </a:r>
          </a:p>
          <a:p>
            <a:r>
              <a:rPr lang="en-GB" sz="1800" dirty="0">
                <a:solidFill>
                  <a:srgbClr val="000000"/>
                </a:solidFill>
                <a:effectLst/>
                <a:latin typeface="Calibri" panose="020F0502020204030204" pitchFamily="34" charset="0"/>
                <a:ea typeface="Aptos" panose="020B0004020202020204" pitchFamily="34" charset="0"/>
              </a:rPr>
              <a:t>Other Azure Plans: Less than 1-hour response for critical issues.</a:t>
            </a:r>
          </a:p>
          <a:p>
            <a:r>
              <a:rPr lang="en-GB" sz="1800" dirty="0">
                <a:solidFill>
                  <a:srgbClr val="000000"/>
                </a:solidFill>
                <a:effectLst/>
                <a:latin typeface="Calibri" panose="020F0502020204030204" pitchFamily="34" charset="0"/>
                <a:ea typeface="Aptos" panose="020B0004020202020204" pitchFamily="34" charset="0"/>
              </a:rPr>
              <a:t>Microsoft 365 &amp; Dynamics 365: Under 1-hour response for major support plans.</a:t>
            </a:r>
            <a:endParaRPr lang="en-GB" sz="1800" dirty="0">
              <a:solidFill>
                <a:srgbClr val="000000"/>
              </a:solidFill>
              <a:latin typeface="Calibri" panose="020F0502020204030204" pitchFamily="34" charset="0"/>
              <a:ea typeface="Aptos" panose="020B0004020202020204" pitchFamily="34" charset="0"/>
            </a:endParaRPr>
          </a:p>
          <a:p>
            <a:pPr>
              <a:buNone/>
            </a:pPr>
            <a:r>
              <a:rPr lang="en-GB" sz="1800" b="1" dirty="0">
                <a:solidFill>
                  <a:srgbClr val="000000"/>
                </a:solidFill>
                <a:effectLst/>
                <a:latin typeface="Calibri" panose="020F0502020204030204" pitchFamily="34" charset="0"/>
                <a:ea typeface="Aptos" panose="020B0004020202020204" pitchFamily="34" charset="0"/>
              </a:rPr>
              <a:t>Service Availability: </a:t>
            </a:r>
            <a:endParaRPr lang="en-GB" sz="1800" dirty="0">
              <a:solidFill>
                <a:srgbClr val="000000"/>
              </a:solidFill>
              <a:effectLst/>
              <a:latin typeface="Calibri" panose="020F0502020204030204" pitchFamily="34" charset="0"/>
              <a:ea typeface="Aptos" panose="020B0004020202020204" pitchFamily="34" charset="0"/>
            </a:endParaRPr>
          </a:p>
          <a:p>
            <a:r>
              <a:rPr lang="en-GB" sz="1800" dirty="0">
                <a:solidFill>
                  <a:srgbClr val="000000"/>
                </a:solidFill>
                <a:effectLst/>
                <a:latin typeface="Calibri" panose="020F0502020204030204" pitchFamily="34" charset="0"/>
                <a:ea typeface="Aptos" panose="020B0004020202020204" pitchFamily="34" charset="0"/>
              </a:rPr>
              <a:t>99.9% uptime guarantee for core services (VMs, storage, databases).</a:t>
            </a:r>
          </a:p>
          <a:p>
            <a:r>
              <a:rPr lang="en-GB" sz="1800" dirty="0">
                <a:solidFill>
                  <a:srgbClr val="000000"/>
                </a:solidFill>
                <a:effectLst/>
                <a:latin typeface="Calibri" panose="020F0502020204030204" pitchFamily="34" charset="0"/>
                <a:ea typeface="Aptos" panose="020B0004020202020204" pitchFamily="34" charset="0"/>
              </a:rPr>
              <a:t>Defines service availability in Microsoft's SLA.</a:t>
            </a:r>
          </a:p>
          <a:p>
            <a:r>
              <a:rPr lang="en-GB" sz="1800" dirty="0">
                <a:solidFill>
                  <a:srgbClr val="000000"/>
                </a:solidFill>
                <a:effectLst/>
                <a:latin typeface="Calibri" panose="020F0502020204030204" pitchFamily="34" charset="0"/>
                <a:ea typeface="Aptos" panose="020B0004020202020204" pitchFamily="34" charset="0"/>
              </a:rPr>
              <a:t>Allows minimal downtime (43.8 min/month, 8.77 hrs/year).</a:t>
            </a:r>
          </a:p>
          <a:p>
            <a:pPr marL="0" indent="0">
              <a:buNone/>
            </a:pPr>
            <a:endParaRPr lang="en-GB" sz="1800" dirty="0">
              <a:solidFill>
                <a:srgbClr val="000000"/>
              </a:solidFill>
              <a:effectLst/>
              <a:latin typeface="Calibri" panose="020F0502020204030204" pitchFamily="34" charset="0"/>
              <a:ea typeface="Aptos" panose="020B0004020202020204" pitchFamily="34" charset="0"/>
            </a:endParaRPr>
          </a:p>
          <a:p>
            <a:pPr marL="0" indent="0">
              <a:buNone/>
            </a:pPr>
            <a:endParaRPr lang="en-GB" sz="1800" dirty="0">
              <a:solidFill>
                <a:srgbClr val="000000"/>
              </a:solidFill>
              <a:effectLst/>
              <a:latin typeface="Calibri" panose="020F0502020204030204" pitchFamily="34" charset="0"/>
              <a:ea typeface="Aptos" panose="020B0004020202020204" pitchFamily="34" charset="0"/>
            </a:endParaRPr>
          </a:p>
        </p:txBody>
      </p:sp>
    </p:spTree>
    <p:extLst>
      <p:ext uri="{BB962C8B-B14F-4D97-AF65-F5344CB8AC3E}">
        <p14:creationId xmlns:p14="http://schemas.microsoft.com/office/powerpoint/2010/main" val="2054880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360948"/>
            <a:ext cx="10972800" cy="1143000"/>
          </a:xfrm>
        </p:spPr>
        <p:txBody>
          <a:bodyPr rtlCol="0">
            <a:normAutofit/>
          </a:bodyPr>
          <a:lstStyle/>
          <a:p>
            <a:pPr rtl="0"/>
            <a:r>
              <a:rPr lang="en-GB" sz="4000" dirty="0">
                <a:latin typeface="Calibri" panose="020F0502020204030204" pitchFamily="34" charset="0"/>
                <a:cs typeface="Calibri" panose="020F0502020204030204" pitchFamily="34" charset="0"/>
              </a:rPr>
              <a:t>Performance Report</a:t>
            </a:r>
          </a:p>
        </p:txBody>
      </p:sp>
      <p:sp>
        <p:nvSpPr>
          <p:cNvPr id="2" name="Content Placeholder 1"/>
          <p:cNvSpPr>
            <a:spLocks noGrp="1"/>
          </p:cNvSpPr>
          <p:nvPr>
            <p:ph idx="1"/>
          </p:nvPr>
        </p:nvSpPr>
        <p:spPr>
          <a:xfrm>
            <a:off x="96253" y="1572426"/>
            <a:ext cx="11802979" cy="5165257"/>
          </a:xfrm>
        </p:spPr>
        <p:txBody>
          <a:bodyPr rtlCol="0"/>
          <a:lstStyle/>
          <a:p>
            <a:pPr marL="0" indent="0">
              <a:buNone/>
            </a:pPr>
            <a:r>
              <a:rPr lang="en-GB" sz="1800" b="1" dirty="0">
                <a:solidFill>
                  <a:srgbClr val="000000"/>
                </a:solidFill>
                <a:effectLst/>
                <a:latin typeface="Calibri" panose="020F0502020204030204" pitchFamily="34" charset="0"/>
                <a:ea typeface="Aptos" panose="020B0004020202020204" pitchFamily="34" charset="0"/>
              </a:rPr>
              <a:t>Performance &amp;  Compliance Metrics	 </a:t>
            </a:r>
            <a:r>
              <a:rPr lang="en-GB" sz="1800" b="1" dirty="0">
                <a:effectLst/>
                <a:latin typeface="Aptos" panose="020B0004020202020204" pitchFamily="34" charset="0"/>
                <a:ea typeface="Aptos" panose="020B0004020202020204" pitchFamily="34" charset="0"/>
                <a:cs typeface="Times New Roman" panose="02020603050405020304" pitchFamily="18" charset="0"/>
              </a:rPr>
              <a:t>Microsoft SLA(Online services) Feb 1,2025</a:t>
            </a:r>
            <a:endParaRPr lang="en-GB" sz="1800" dirty="0">
              <a:solidFill>
                <a:srgbClr val="000000"/>
              </a:solidFill>
              <a:effectLst/>
              <a:latin typeface="Calibri" panose="020F0502020204030204" pitchFamily="34" charset="0"/>
              <a:ea typeface="Aptos" panose="020B0004020202020204" pitchFamily="34" charset="0"/>
            </a:endParaRPr>
          </a:p>
          <a:p>
            <a:pPr lvl="8"/>
            <a:r>
              <a:rPr lang="en-GB" dirty="0"/>
              <a:t>		</a:t>
            </a:r>
          </a:p>
        </p:txBody>
      </p:sp>
      <p:pic>
        <p:nvPicPr>
          <p:cNvPr id="4" name="Picture 3">
            <a:extLst>
              <a:ext uri="{FF2B5EF4-FFF2-40B4-BE49-F238E27FC236}">
                <a16:creationId xmlns:a16="http://schemas.microsoft.com/office/drawing/2014/main" id="{47DC3DF6-8C8F-DB4C-4519-F042D3921DC0}"/>
              </a:ext>
            </a:extLst>
          </p:cNvPr>
          <p:cNvPicPr>
            <a:picLocks noChangeAspect="1"/>
          </p:cNvPicPr>
          <p:nvPr/>
        </p:nvPicPr>
        <p:blipFill>
          <a:blip r:embed="rId3"/>
          <a:stretch>
            <a:fillRect/>
          </a:stretch>
        </p:blipFill>
        <p:spPr>
          <a:xfrm>
            <a:off x="96253" y="1980750"/>
            <a:ext cx="3332747" cy="398421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5F2DDA6D-0929-44CE-8EDF-AEC0487B49FE}"/>
              </a:ext>
            </a:extLst>
          </p:cNvPr>
          <p:cNvPicPr>
            <a:picLocks noChangeAspect="1"/>
          </p:cNvPicPr>
          <p:nvPr/>
        </p:nvPicPr>
        <p:blipFill>
          <a:blip r:embed="rId4"/>
          <a:stretch>
            <a:fillRect/>
          </a:stretch>
        </p:blipFill>
        <p:spPr>
          <a:xfrm>
            <a:off x="3952139" y="1980750"/>
            <a:ext cx="3856355" cy="4189314"/>
          </a:xfrm>
          <a:prstGeom prst="rect">
            <a:avLst/>
          </a:prstGeom>
        </p:spPr>
      </p:pic>
      <p:pic>
        <p:nvPicPr>
          <p:cNvPr id="7" name="Picture 6">
            <a:extLst>
              <a:ext uri="{FF2B5EF4-FFF2-40B4-BE49-F238E27FC236}">
                <a16:creationId xmlns:a16="http://schemas.microsoft.com/office/drawing/2014/main" id="{1B1CC844-C34D-8CA1-247F-8CD96549D859}"/>
              </a:ext>
            </a:extLst>
          </p:cNvPr>
          <p:cNvPicPr>
            <a:picLocks noChangeAspect="1"/>
          </p:cNvPicPr>
          <p:nvPr/>
        </p:nvPicPr>
        <p:blipFill>
          <a:blip r:embed="rId5"/>
          <a:stretch>
            <a:fillRect/>
          </a:stretch>
        </p:blipFill>
        <p:spPr>
          <a:xfrm>
            <a:off x="8037741" y="1961147"/>
            <a:ext cx="3957743" cy="4097821"/>
          </a:xfrm>
          <a:prstGeom prst="rect">
            <a:avLst/>
          </a:prstGeom>
        </p:spPr>
      </p:pic>
    </p:spTree>
    <p:extLst>
      <p:ext uri="{BB962C8B-B14F-4D97-AF65-F5344CB8AC3E}">
        <p14:creationId xmlns:p14="http://schemas.microsoft.com/office/powerpoint/2010/main" val="112606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5B51088F-AD7D-4BEA-D011-82F972D1C48E}"/>
              </a:ext>
            </a:extLst>
          </p:cNvPr>
          <p:cNvSpPr txBox="1">
            <a:spLocks/>
          </p:cNvSpPr>
          <p:nvPr/>
        </p:nvSpPr>
        <p:spPr>
          <a:xfrm>
            <a:off x="609600" y="661737"/>
            <a:ext cx="11074400" cy="5662863"/>
          </a:xfrm>
          <a:prstGeom prst="rect">
            <a:avLst/>
          </a:prstGeom>
        </p:spPr>
        <p:txBody>
          <a:bodyPr rtlCol="0">
            <a:normAutofit/>
          </a:bodyPr>
          <a:lst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pPr marL="0" indent="0">
              <a:buNone/>
            </a:pPr>
            <a:r>
              <a:rPr lang="en-GB" sz="2400" b="1" dirty="0">
                <a:solidFill>
                  <a:srgbClr val="000000"/>
                </a:solidFill>
                <a:effectLst/>
                <a:latin typeface="Calibri" panose="020F0502020204030204" pitchFamily="34" charset="0"/>
                <a:ea typeface="Aptos" panose="020B0004020202020204" pitchFamily="34" charset="0"/>
              </a:rPr>
              <a:t>Handling SLA Violations (Penalty)</a:t>
            </a:r>
            <a:endParaRPr lang="en-GB" sz="2400" dirty="0">
              <a:solidFill>
                <a:srgbClr val="000000"/>
              </a:solidFill>
              <a:effectLst/>
              <a:latin typeface="Calibri" panose="020F0502020204030204" pitchFamily="34" charset="0"/>
              <a:ea typeface="Aptos" panose="020B0004020202020204" pitchFamily="34" charset="0"/>
            </a:endParaRPr>
          </a:p>
          <a:p>
            <a:pPr marL="0" indent="0">
              <a:buNone/>
            </a:pPr>
            <a:endParaRPr lang="en-GB" sz="24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EBE97346-4BC1-EFAF-B9F6-7BF49505FBF0}"/>
              </a:ext>
            </a:extLst>
          </p:cNvPr>
          <p:cNvPicPr>
            <a:picLocks noChangeAspect="1"/>
          </p:cNvPicPr>
          <p:nvPr/>
        </p:nvPicPr>
        <p:blipFill>
          <a:blip r:embed="rId2"/>
          <a:stretch>
            <a:fillRect/>
          </a:stretch>
        </p:blipFill>
        <p:spPr>
          <a:xfrm>
            <a:off x="711200" y="1316070"/>
            <a:ext cx="10972800" cy="689193"/>
          </a:xfrm>
          <a:prstGeom prst="rect">
            <a:avLst/>
          </a:prstGeom>
        </p:spPr>
      </p:pic>
      <p:pic>
        <p:nvPicPr>
          <p:cNvPr id="7" name="Picture 6">
            <a:extLst>
              <a:ext uri="{FF2B5EF4-FFF2-40B4-BE49-F238E27FC236}">
                <a16:creationId xmlns:a16="http://schemas.microsoft.com/office/drawing/2014/main" id="{6E222527-8911-D580-4DE8-5E101E81AF71}"/>
              </a:ext>
            </a:extLst>
          </p:cNvPr>
          <p:cNvPicPr>
            <a:picLocks noChangeAspect="1"/>
          </p:cNvPicPr>
          <p:nvPr/>
        </p:nvPicPr>
        <p:blipFill>
          <a:blip r:embed="rId3"/>
          <a:stretch>
            <a:fillRect/>
          </a:stretch>
        </p:blipFill>
        <p:spPr>
          <a:xfrm>
            <a:off x="2780630" y="3918857"/>
            <a:ext cx="7386053" cy="2776483"/>
          </a:xfrm>
          <a:prstGeom prst="rect">
            <a:avLst/>
          </a:prstGeom>
        </p:spPr>
      </p:pic>
      <p:sp>
        <p:nvSpPr>
          <p:cNvPr id="13" name="TextBox 12">
            <a:extLst>
              <a:ext uri="{FF2B5EF4-FFF2-40B4-BE49-F238E27FC236}">
                <a16:creationId xmlns:a16="http://schemas.microsoft.com/office/drawing/2014/main" id="{F3FD7488-392D-F49C-4441-60B4FEB4C16D}"/>
              </a:ext>
            </a:extLst>
          </p:cNvPr>
          <p:cNvSpPr txBox="1"/>
          <p:nvPr/>
        </p:nvSpPr>
        <p:spPr>
          <a:xfrm>
            <a:off x="711200" y="2102466"/>
            <a:ext cx="10871200" cy="2179058"/>
          </a:xfrm>
          <a:prstGeom prst="rect">
            <a:avLst/>
          </a:prstGeom>
          <a:noFill/>
          <a:ln>
            <a:solidFill>
              <a:schemeClr val="bg2"/>
            </a:solidFill>
          </a:ln>
        </p:spPr>
        <p:txBody>
          <a:bodyPr wrap="square">
            <a:spAutoFit/>
          </a:bodyPr>
          <a:lstStyle/>
          <a:p>
            <a:pPr marL="274320" marR="0" lvl="0" indent="-274320" algn="l" defTabSz="914400" rtl="0" eaLnBrk="1" fontAlgn="auto" latinLnBrk="0" hangingPunct="1">
              <a:lnSpc>
                <a:spcPct val="100000"/>
              </a:lnSpc>
              <a:spcBef>
                <a:spcPct val="20000"/>
              </a:spcBef>
              <a:spcAft>
                <a:spcPts val="0"/>
              </a:spcAft>
              <a:buClr>
                <a:srgbClr val="C0CF3A">
                  <a:lumMod val="50000"/>
                </a:srgbClr>
              </a:buClr>
              <a:buSzPct val="95000"/>
              <a:buFont typeface="Wingdings 2"/>
              <a:buChar char=""/>
              <a:tabLst/>
              <a:defRPr/>
            </a:pPr>
            <a:r>
              <a:rPr kumimoji="0" lang="en-GB" sz="16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Gap 4 (External Communication Gap) in the SERVQUAL Model occurs when actual service delivery does not meet advertised promises.</a:t>
            </a:r>
          </a:p>
          <a:p>
            <a:pPr marL="274320" marR="0" lvl="0" indent="-274320" algn="l" defTabSz="914400" rtl="0" eaLnBrk="1" fontAlgn="auto" latinLnBrk="0" hangingPunct="1">
              <a:lnSpc>
                <a:spcPct val="100000"/>
              </a:lnSpc>
              <a:spcBef>
                <a:spcPct val="20000"/>
              </a:spcBef>
              <a:spcAft>
                <a:spcPts val="0"/>
              </a:spcAft>
              <a:buClr>
                <a:srgbClr val="C0CF3A">
                  <a:lumMod val="50000"/>
                </a:srgbClr>
              </a:buClr>
              <a:buSzPct val="95000"/>
              <a:buFont typeface="Wingdings 2"/>
              <a:buChar char=""/>
              <a:tabLst/>
              <a:defRPr/>
            </a:pPr>
            <a:r>
              <a:rPr lang="en-GB" sz="1600" dirty="0"/>
              <a:t>Microsoft's </a:t>
            </a:r>
            <a:r>
              <a:rPr lang="en-GB" sz="1600" b="1" dirty="0"/>
              <a:t>99.99% uptime</a:t>
            </a:r>
            <a:r>
              <a:rPr lang="en-GB" sz="1600" dirty="0"/>
              <a:t> promise was not met, with actual performance at </a:t>
            </a:r>
            <a:r>
              <a:rPr lang="en-GB" sz="1600" b="1" dirty="0"/>
              <a:t>99.95% and 99%</a:t>
            </a:r>
            <a:r>
              <a:rPr lang="en-GB" sz="1600" dirty="0"/>
              <a:t>, leading to SLA breaches.</a:t>
            </a:r>
          </a:p>
          <a:p>
            <a:pPr marL="274320" marR="0" lvl="0" indent="-274320" algn="l" defTabSz="914400" rtl="0" eaLnBrk="1" fontAlgn="auto" latinLnBrk="0" hangingPunct="1">
              <a:lnSpc>
                <a:spcPct val="100000"/>
              </a:lnSpc>
              <a:spcBef>
                <a:spcPct val="20000"/>
              </a:spcBef>
              <a:spcAft>
                <a:spcPts val="0"/>
              </a:spcAft>
              <a:buClr>
                <a:srgbClr val="C0CF3A">
                  <a:lumMod val="50000"/>
                </a:srgbClr>
              </a:buClr>
              <a:buSzPct val="95000"/>
              <a:buFont typeface="Wingdings 2"/>
              <a:buChar char=""/>
              <a:tabLst/>
              <a:defRPr/>
            </a:pPr>
            <a:r>
              <a:rPr lang="en-GB" sz="1600" b="1" dirty="0"/>
              <a:t>Service credits (10%–25%)</a:t>
            </a:r>
            <a:r>
              <a:rPr lang="en-GB" sz="1600" dirty="0"/>
              <a:t> were issued, causing </a:t>
            </a:r>
            <a:r>
              <a:rPr lang="en-GB" sz="1600" b="1" dirty="0"/>
              <a:t>financial loss, customer dissatisfaction, and reputational damage</a:t>
            </a:r>
            <a:r>
              <a:rPr lang="en-GB" sz="1600" dirty="0"/>
              <a:t>.</a:t>
            </a:r>
            <a:endParaRPr lang="en-GB" sz="1600" dirty="0">
              <a:solidFill>
                <a:prstClr val="black"/>
              </a:solidFill>
              <a:latin typeface="Calibri" panose="020F0502020204030204" pitchFamily="34" charset="0"/>
              <a:cs typeface="Calibri" panose="020F0502020204030204" pitchFamily="34" charset="0"/>
            </a:endParaRPr>
          </a:p>
          <a:p>
            <a:pPr marL="274320" marR="0" lvl="0" indent="-274320" algn="l" defTabSz="914400" rtl="0" eaLnBrk="1" fontAlgn="auto" latinLnBrk="0" hangingPunct="1">
              <a:lnSpc>
                <a:spcPct val="100000"/>
              </a:lnSpc>
              <a:spcBef>
                <a:spcPct val="20000"/>
              </a:spcBef>
              <a:spcAft>
                <a:spcPts val="0"/>
              </a:spcAft>
              <a:buClr>
                <a:srgbClr val="C0CF3A">
                  <a:lumMod val="50000"/>
                </a:srgbClr>
              </a:buClr>
              <a:buSzPct val="95000"/>
              <a:buFont typeface="Wingdings 2"/>
              <a:buChar char=""/>
              <a:tabLst/>
              <a:defRPr/>
            </a:pPr>
            <a:endParaRPr kumimoji="0" lang="en-GB" sz="24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171979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BA008-69E7-FDBA-40AF-F3A7E0057DBC}"/>
              </a:ext>
            </a:extLst>
          </p:cNvPr>
          <p:cNvSpPr>
            <a:spLocks noGrp="1"/>
          </p:cNvSpPr>
          <p:nvPr>
            <p:ph type="title"/>
          </p:nvPr>
        </p:nvSpPr>
        <p:spPr>
          <a:xfrm>
            <a:off x="609600" y="1010653"/>
            <a:ext cx="11074400" cy="1034715"/>
          </a:xfrm>
        </p:spPr>
        <p:txBody>
          <a:bodyPr>
            <a:normAutofit fontScale="90000"/>
          </a:bodyPr>
          <a:lstStyle/>
          <a:p>
            <a:r>
              <a:rPr lang="en-GB" sz="4400" dirty="0">
                <a:latin typeface="Calibri" panose="020F0502020204030204" pitchFamily="34" charset="0"/>
                <a:cs typeface="Calibri" panose="020F0502020204030204" pitchFamily="34" charset="0"/>
              </a:rPr>
              <a:t>Recommendations &amp; Conclusion</a:t>
            </a:r>
            <a:br>
              <a:rPr lang="en-GB" sz="5400" dirty="0">
                <a:latin typeface="Calibri" panose="020F0502020204030204" pitchFamily="34" charset="0"/>
                <a:cs typeface="Calibri" panose="020F0502020204030204" pitchFamily="34" charset="0"/>
              </a:rPr>
            </a:br>
            <a:endParaRPr lang="en-GB" dirty="0"/>
          </a:p>
        </p:txBody>
      </p:sp>
      <p:sp>
        <p:nvSpPr>
          <p:cNvPr id="3" name="Content Placeholder 1">
            <a:extLst>
              <a:ext uri="{FF2B5EF4-FFF2-40B4-BE49-F238E27FC236}">
                <a16:creationId xmlns:a16="http://schemas.microsoft.com/office/drawing/2014/main" id="{936656F2-0F0F-62A6-99C4-C3FCDA31C33D}"/>
              </a:ext>
            </a:extLst>
          </p:cNvPr>
          <p:cNvSpPr txBox="1">
            <a:spLocks/>
          </p:cNvSpPr>
          <p:nvPr/>
        </p:nvSpPr>
        <p:spPr>
          <a:xfrm>
            <a:off x="609600" y="2153652"/>
            <a:ext cx="11074400" cy="4170947"/>
          </a:xfrm>
          <a:prstGeom prst="rect">
            <a:avLst/>
          </a:prstGeom>
        </p:spPr>
        <p:txBody>
          <a:bodyPr rtlCol="0">
            <a:normAutofit/>
          </a:bodyPr>
          <a:lstStyle>
            <a:lvl1pPr marL="274320" indent="-274320" algn="l" rtl="0" eaLnBrk="1" latinLnBrk="0" hangingPunct="1">
              <a:spcBef>
                <a:spcPct val="20000"/>
              </a:spcBef>
              <a:buClr>
                <a:schemeClr val="accent3">
                  <a:lumMod val="50000"/>
                </a:schemeClr>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lumMod val="50000"/>
                </a:schemeClr>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lumMod val="50000"/>
                </a:schemeClr>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lumMod val="50000"/>
                </a:schemeClr>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lumMod val="75000"/>
                </a:schemeClr>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lumMod val="50000"/>
                </a:schemeClr>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lumMod val="75000"/>
                </a:schemeClr>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286000" indent="0" algn="l" rtl="0" eaLnBrk="1" latinLnBrk="0" hangingPunct="1">
              <a:spcBef>
                <a:spcPct val="20000"/>
              </a:spcBef>
              <a:buClr>
                <a:schemeClr val="tx2"/>
              </a:buClr>
              <a:buFontTx/>
              <a:buNone/>
              <a:defRPr kumimoji="0" sz="1400" kern="1200" baseline="0">
                <a:solidFill>
                  <a:schemeClr val="tx1"/>
                </a:solidFill>
                <a:latin typeface="+mn-lt"/>
                <a:ea typeface="+mn-ea"/>
                <a:cs typeface="+mn-cs"/>
              </a:defRPr>
            </a:lvl9pPr>
          </a:lstStyle>
          <a:p>
            <a:pPr marL="0" indent="0">
              <a:buNone/>
            </a:pPr>
            <a:r>
              <a:rPr lang="en-GB" sz="2400" b="1" dirty="0"/>
              <a:t>Conclusion:</a:t>
            </a:r>
          </a:p>
          <a:p>
            <a:pPr marL="0" indent="0">
              <a:buNone/>
            </a:pPr>
            <a:r>
              <a:rPr lang="en-GB" sz="2400" dirty="0">
                <a:latin typeface="Calibri" panose="020F0502020204030204" pitchFamily="34" charset="0"/>
                <a:cs typeface="Calibri" panose="020F0502020204030204" pitchFamily="34" charset="0"/>
              </a:rPr>
              <a:t>SLM enhances service quality, reduces risks, and aligns IT services with business needs. Regular reviews and flexible SLAs ensure continuous improvement.</a:t>
            </a:r>
          </a:p>
          <a:p>
            <a:pPr marL="0" indent="0">
              <a:buNone/>
            </a:pPr>
            <a:endParaRPr lang="en-GB" sz="2400" dirty="0">
              <a:latin typeface="Calibri" panose="020F0502020204030204" pitchFamily="34" charset="0"/>
              <a:cs typeface="Calibri" panose="020F0502020204030204" pitchFamily="34" charset="0"/>
            </a:endParaRPr>
          </a:p>
          <a:p>
            <a:pPr marL="0" indent="0">
              <a:buNone/>
            </a:pPr>
            <a:r>
              <a:rPr lang="en-GB" sz="2400" b="1" dirty="0">
                <a:latin typeface="Calibri" panose="020F0502020204030204" pitchFamily="34" charset="0"/>
                <a:cs typeface="Calibri" panose="020F0502020204030204" pitchFamily="34" charset="0"/>
              </a:rPr>
              <a:t>Key Recommendations:</a:t>
            </a:r>
          </a:p>
          <a:p>
            <a:r>
              <a:rPr lang="en-GB" sz="2400" dirty="0">
                <a:latin typeface="Calibri" panose="020F0502020204030204" pitchFamily="34" charset="0"/>
                <a:cs typeface="Calibri" panose="020F0502020204030204" pitchFamily="34" charset="0"/>
              </a:rPr>
              <a:t>Align SLAs with business goals and review them regularly.</a:t>
            </a:r>
          </a:p>
          <a:p>
            <a:r>
              <a:rPr lang="en-GB" sz="2400" dirty="0">
                <a:latin typeface="Calibri" panose="020F0502020204030204" pitchFamily="34" charset="0"/>
                <a:cs typeface="Calibri" panose="020F0502020204030204" pitchFamily="34" charset="0"/>
              </a:rPr>
              <a:t>Use AI and automation for proactive SLA management.</a:t>
            </a:r>
          </a:p>
          <a:p>
            <a:r>
              <a:rPr lang="en-GB" sz="2400" dirty="0">
                <a:latin typeface="Calibri" panose="020F0502020204030204" pitchFamily="34" charset="0"/>
                <a:cs typeface="Calibri" panose="020F0502020204030204" pitchFamily="34" charset="0"/>
              </a:rPr>
              <a:t>Maintain clear communication and consistent metrics.</a:t>
            </a:r>
          </a:p>
          <a:p>
            <a:r>
              <a:rPr lang="en-GB" sz="2400" dirty="0">
                <a:latin typeface="Calibri" panose="020F0502020204030204" pitchFamily="34" charset="0"/>
                <a:cs typeface="Calibri" panose="020F0502020204030204" pitchFamily="34" charset="0"/>
              </a:rPr>
              <a:t>Implement flexible SLAs to adapt to changing needs.</a:t>
            </a:r>
          </a:p>
        </p:txBody>
      </p:sp>
    </p:spTree>
    <p:extLst>
      <p:ext uri="{BB962C8B-B14F-4D97-AF65-F5344CB8AC3E}">
        <p14:creationId xmlns:p14="http://schemas.microsoft.com/office/powerpoint/2010/main" val="457130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esentation on brainstorming">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spDef>
      <a:spPr/>
      <a:bodyPr rtlCol="0" anchor="ctr"/>
      <a:lstStyle>
        <a:defPPr algn="ctr">
          <a:defRPr/>
        </a:defPPr>
      </a:lstStyle>
      <a:style>
        <a:lnRef idx="1">
          <a:schemeClr val="accent3"/>
        </a:lnRef>
        <a:fillRef idx="2">
          <a:schemeClr val="accent3"/>
        </a:fillRef>
        <a:effectRef idx="1">
          <a:schemeClr val="accent3"/>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none" rtlCol="0">
        <a:spAutoFit/>
      </a:bodyPr>
      <a:lstStyle>
        <a:defPPr>
          <a:defRPr dirty="0" err="1" smtClean="0"/>
        </a:defPPr>
      </a:lstStyle>
    </a:txDef>
  </a:objectDefaults>
  <a:extraClrSchemeLst/>
  <a:extLst>
    <a:ext uri="{05A4C25C-085E-4340-85A3-A5531E510DB2}">
      <thm15:themeFamily xmlns:thm15="http://schemas.microsoft.com/office/thememl/2012/main" name="Office_15870053_TF03460637.potx" id="{43074E8B-7DA3-4802-AA2B-EFDF528C8D3A}" vid="{5BE8ABB1-46B6-40AB-9A1B-886931076F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brainstorming presentation</Template>
  <TotalTime>134</TotalTime>
  <Words>634</Words>
  <Application>Microsoft Office PowerPoint</Application>
  <PresentationFormat>Widescreen</PresentationFormat>
  <Paragraphs>68</Paragraphs>
  <Slides>10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Calibri</vt:lpstr>
      <vt:lpstr>Century Gothic</vt:lpstr>
      <vt:lpstr>Palatino Linotype</vt:lpstr>
      <vt:lpstr>Wingdings 2</vt:lpstr>
      <vt:lpstr>Presentation on brainstorming</vt:lpstr>
      <vt:lpstr>IT Service Management</vt:lpstr>
      <vt:lpstr>Overview</vt:lpstr>
      <vt:lpstr>Key Points</vt:lpstr>
      <vt:lpstr>Importance of SLM to IT Service Providers</vt:lpstr>
      <vt:lpstr>Significance of SLA Metrics</vt:lpstr>
      <vt:lpstr>Challenges and Risks Associated with SLM</vt:lpstr>
      <vt:lpstr>Example of SLA Implementation </vt:lpstr>
      <vt:lpstr>Performance Report</vt:lpstr>
      <vt:lpstr>PowerPoint Presentation</vt:lpstr>
      <vt:lpstr>Recommendations &amp;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X00204549 Tarak Hasan</dc:creator>
  <cp:lastModifiedBy>X00204549 Tarak Hasan</cp:lastModifiedBy>
  <cp:revision>44</cp:revision>
  <dcterms:created xsi:type="dcterms:W3CDTF">2025-03-25T15:58:33Z</dcterms:created>
  <dcterms:modified xsi:type="dcterms:W3CDTF">2025-12-27T13:27:46Z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74069100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